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5a63304b0a4000" /><Relationship Type="http://schemas.openxmlformats.org/officeDocument/2006/relationships/extended-properties" Target="/docProps/app.xml" Id="R057daf8eb29544c6" /><Relationship Type="http://schemas.openxmlformats.org/officeDocument/2006/relationships/officeDocument" Target="/ppt/presentation.xml" Id="Rf7c3373ec77548d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7ca8c042a0c4992"/>
  </p:sldMasterIdLst>
  <p:notesMasterIdLst>
    <p:notesMasterId xmlns:r="http://schemas.openxmlformats.org/officeDocument/2006/relationships" r:id="R23963b01b1614014"/>
  </p:notesMasterIdLst>
  <p:sldIdLst>
    <p:sldId xmlns:r="http://schemas.openxmlformats.org/officeDocument/2006/relationships" id="256" r:id="R6b6a81e37a6b4631"/>
    <p:sldId xmlns:r="http://schemas.openxmlformats.org/officeDocument/2006/relationships" id="257" r:id="R822ae2aa82ef42d2"/>
    <p:sldId xmlns:r="http://schemas.openxmlformats.org/officeDocument/2006/relationships" id="258" r:id="R08e59094956d4513"/>
    <p:sldId xmlns:r="http://schemas.openxmlformats.org/officeDocument/2006/relationships" id="259" r:id="R1b417816b85e443c"/>
    <p:sldId xmlns:r="http://schemas.openxmlformats.org/officeDocument/2006/relationships" id="260" r:id="R7cd7001faeaf4715"/>
    <p:sldId xmlns:r="http://schemas.openxmlformats.org/officeDocument/2006/relationships" id="261" r:id="R22fea52dd3944524"/>
    <p:sldId xmlns:r="http://schemas.openxmlformats.org/officeDocument/2006/relationships" id="262" r:id="R4bde9b3daaae4731"/>
    <p:sldId xmlns:r="http://schemas.openxmlformats.org/officeDocument/2006/relationships" id="263" r:id="R14d710a63fa946b9"/>
    <p:sldId xmlns:r="http://schemas.openxmlformats.org/officeDocument/2006/relationships" id="264" r:id="R680896433eff4207"/>
    <p:sldId xmlns:r="http://schemas.openxmlformats.org/officeDocument/2006/relationships" id="265" r:id="R3deea3835f3d4087"/>
    <p:sldId xmlns:r="http://schemas.openxmlformats.org/officeDocument/2006/relationships" id="266" r:id="R57ed867aa78b4254"/>
    <p:sldId xmlns:r="http://schemas.openxmlformats.org/officeDocument/2006/relationships" id="267" r:id="R8dba1ab38fc2467f"/>
  </p:sldIdLst>
  <p:sldSz cx="15240000" cy="8572500"/>
  <p:notesSz cx="6858000" cy="9144000"/>
  <p:embeddedFontLst>
    <p:embeddedFont>
      <p:font typeface="Noto Sans"/>
      <p:regular xmlns:r="http://schemas.openxmlformats.org/officeDocument/2006/relationships" r:id="Ree22f8834c224617"/>
      <p:bold xmlns:r="http://schemas.openxmlformats.org/officeDocument/2006/relationships" r:id="Rb63d4ae75cb34d5d"/>
      <p:italic xmlns:r="http://schemas.openxmlformats.org/officeDocument/2006/relationships" r:id="R57eb7788d0784930"/>
      <p:boldItalic xmlns:r="http://schemas.openxmlformats.org/officeDocument/2006/relationships" r:id="Rfa3d9605e92f4a11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a3a9694530400f" /><Relationship Type="http://schemas.openxmlformats.org/officeDocument/2006/relationships/slideMaster" Target="/ppt/slideMasters/slideMaster1.xml" Id="R77ca8c042a0c4992" /><Relationship Type="http://schemas.openxmlformats.org/officeDocument/2006/relationships/notesMaster" Target="/ppt/notesMasters/notesMaster1.xml" Id="R23963b01b1614014" /><Relationship Type="http://schemas.openxmlformats.org/officeDocument/2006/relationships/presProps" Target="/ppt/presProps.xml" Id="R90cb0d8981f54153" /><Relationship Type="http://schemas.openxmlformats.org/officeDocument/2006/relationships/tableStyles" Target="/ppt/tableStyles.xml" Id="Rb5d1ca6795d7418d" /><Relationship Type="http://schemas.openxmlformats.org/officeDocument/2006/relationships/font" Target="/ppt/fonts/font.dat" Id="Ree22f8834c224617" /><Relationship Type="http://schemas.openxmlformats.org/officeDocument/2006/relationships/font" Target="/ppt/fonts/font2.dat" Id="Rb63d4ae75cb34d5d" /><Relationship Type="http://schemas.openxmlformats.org/officeDocument/2006/relationships/font" Target="/ppt/fonts/font3.dat" Id="R57eb7788d0784930" /><Relationship Type="http://schemas.openxmlformats.org/officeDocument/2006/relationships/font" Target="/ppt/fonts/font4.dat" Id="Rfa3d9605e92f4a11" /><Relationship Type="http://schemas.openxmlformats.org/officeDocument/2006/relationships/slide" Target="/ppt/slides/slide1.xml" Id="R6b6a81e37a6b4631" /><Relationship Type="http://schemas.openxmlformats.org/officeDocument/2006/relationships/slide" Target="/ppt/slides/slide2.xml" Id="R822ae2aa82ef42d2" /><Relationship Type="http://schemas.openxmlformats.org/officeDocument/2006/relationships/slide" Target="/ppt/slides/slide3.xml" Id="R08e59094956d4513" /><Relationship Type="http://schemas.openxmlformats.org/officeDocument/2006/relationships/slide" Target="/ppt/slides/slide4.xml" Id="R1b417816b85e443c" /><Relationship Type="http://schemas.openxmlformats.org/officeDocument/2006/relationships/slide" Target="/ppt/slides/slide5.xml" Id="R7cd7001faeaf4715" /><Relationship Type="http://schemas.openxmlformats.org/officeDocument/2006/relationships/slide" Target="/ppt/slides/slide6.xml" Id="R22fea52dd3944524" /><Relationship Type="http://schemas.openxmlformats.org/officeDocument/2006/relationships/slide" Target="/ppt/slides/slide7.xml" Id="R4bde9b3daaae4731" /><Relationship Type="http://schemas.openxmlformats.org/officeDocument/2006/relationships/slide" Target="/ppt/slides/slide8.xml" Id="R14d710a63fa946b9" /><Relationship Type="http://schemas.openxmlformats.org/officeDocument/2006/relationships/slide" Target="/ppt/slides/slide9.xml" Id="R680896433eff4207" /><Relationship Type="http://schemas.openxmlformats.org/officeDocument/2006/relationships/slide" Target="/ppt/slides/slide10.xml" Id="R3deea3835f3d4087" /><Relationship Type="http://schemas.openxmlformats.org/officeDocument/2006/relationships/slide" Target="/ppt/slides/slide11.xml" Id="R57ed867aa78b4254" /><Relationship Type="http://schemas.openxmlformats.org/officeDocument/2006/relationships/slide" Target="/ppt/slides/slide12.xml" Id="R8dba1ab38fc246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230b0d841143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a03b4f8fda44d2" /><Relationship Type="http://schemas.openxmlformats.org/officeDocument/2006/relationships/notesMaster" Target="/ppt/notesMasters/notesMaster1.xml" Id="R80a49f7c795c41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7f04262159457b" /><Relationship Type="http://schemas.openxmlformats.org/officeDocument/2006/relationships/notesMaster" Target="/ppt/notesMasters/notesMaster1.xml" Id="Rc3e8dcd613454d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0ad2c83d0549cc" /><Relationship Type="http://schemas.openxmlformats.org/officeDocument/2006/relationships/notesMaster" Target="/ppt/notesMasters/notesMaster1.xml" Id="R61221e8e9a3747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b9fb39c96b4d7e" /><Relationship Type="http://schemas.openxmlformats.org/officeDocument/2006/relationships/notesMaster" Target="/ppt/notesMasters/notesMaster1.xml" Id="Rb945faf73c2b4e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ac8f9cc1a342a5" /><Relationship Type="http://schemas.openxmlformats.org/officeDocument/2006/relationships/notesMaster" Target="/ppt/notesMasters/notesMaster1.xml" Id="Rca9ce9924ffe48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f2cf3b4bf946a2" /><Relationship Type="http://schemas.openxmlformats.org/officeDocument/2006/relationships/notesMaster" Target="/ppt/notesMasters/notesMaster1.xml" Id="R22556178218745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ca61158e044a78" /><Relationship Type="http://schemas.openxmlformats.org/officeDocument/2006/relationships/notesMaster" Target="/ppt/notesMasters/notesMaster1.xml" Id="Rfe5b0d647a4c48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a985c991694d67" /><Relationship Type="http://schemas.openxmlformats.org/officeDocument/2006/relationships/notesMaster" Target="/ppt/notesMasters/notesMaster1.xml" Id="R3de33968e30249b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19078f256f4df8" /><Relationship Type="http://schemas.openxmlformats.org/officeDocument/2006/relationships/notesMaster" Target="/ppt/notesMasters/notesMaster1.xml" Id="R000ce121aad143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beb527468e479d" /><Relationship Type="http://schemas.openxmlformats.org/officeDocument/2006/relationships/notesMaster" Target="/ppt/notesMasters/notesMaster1.xml" Id="R2a7d43817f0347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819b0462654855" /><Relationship Type="http://schemas.openxmlformats.org/officeDocument/2006/relationships/notesMaster" Target="/ppt/notesMasters/notesMaster1.xml" Id="R9d407e80da014d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f631f4c2994039" /><Relationship Type="http://schemas.openxmlformats.org/officeDocument/2006/relationships/notesMaster" Target="/ppt/notesMasters/notesMaster1.xml" Id="Rca58ee9ca87d40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sz="1200"/>
              <a:t>SSE는 Agent Workflow Event 전달용이며 공장 센서 Streaming이 아님.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a470f5918e4521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15eec849cf4992" /><Relationship Type="http://schemas.openxmlformats.org/officeDocument/2006/relationships/slideLayout" Target="/ppt/slideLayouts/slideLayout1.xml" Id="Rffa40c3552f6407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a40c3552f6407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57118f1f84993" /><Relationship Type="http://schemas.openxmlformats.org/officeDocument/2006/relationships/image" Target="/ppt/media/image.png" Id="R3a9e050cd24d4db9" /><Relationship Type="http://schemas.openxmlformats.org/officeDocument/2006/relationships/image" Target="/ppt/media/image2.png" Id="R5f432b95459c43d3" /><Relationship Type="http://schemas.openxmlformats.org/officeDocument/2006/relationships/image" Target="/ppt/media/image3.png" Id="Rdc329b11d3c84a39" /><Relationship Type="http://schemas.openxmlformats.org/officeDocument/2006/relationships/image" Target="/ppt/media/image4.png" Id="R0c29b83a40f74000" /><Relationship Type="http://schemas.openxmlformats.org/officeDocument/2006/relationships/image" Target="/ppt/media/image5.png" Id="Rce1bad540b884420" /><Relationship Type="http://schemas.openxmlformats.org/officeDocument/2006/relationships/image" Target="/ppt/media/image6.png" Id="Rad19d1515f614b4a" /><Relationship Type="http://schemas.openxmlformats.org/officeDocument/2006/relationships/notesSlide" Target="/ppt/notesSlides/notesSlide1.xml" Id="R5308eeee8c054e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244127e2145d5" /><Relationship Type="http://schemas.openxmlformats.org/officeDocument/2006/relationships/image" Target="/ppt/media/image7.png" Id="Rbe29ed85e6c747c4" /><Relationship Type="http://schemas.openxmlformats.org/officeDocument/2006/relationships/notesSlide" Target="/ppt/notesSlides/notesSlide2.xml" Id="Rf03a2047c87440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92de790434bd5" /><Relationship Type="http://schemas.openxmlformats.org/officeDocument/2006/relationships/image" Target="/ppt/media/image3.png" Id="R8fd1888e090f4fd6" /><Relationship Type="http://schemas.openxmlformats.org/officeDocument/2006/relationships/image" Target="/ppt/media/image4.png" Id="R1cd1083b37c9487f" /><Relationship Type="http://schemas.openxmlformats.org/officeDocument/2006/relationships/image" Target="/ppt/media/image8.png" Id="Red18417af7284c27" /><Relationship Type="http://schemas.openxmlformats.org/officeDocument/2006/relationships/notesSlide" Target="/ppt/notesSlides/notesSlide3.xml" Id="Rc22192b01fc042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dedba78044fbf" /><Relationship Type="http://schemas.openxmlformats.org/officeDocument/2006/relationships/image" Target="/ppt/media/image9.png" Id="R999629cc986745ab" /><Relationship Type="http://schemas.openxmlformats.org/officeDocument/2006/relationships/notesSlide" Target="/ppt/notesSlides/notesSlide4.xml" Id="R348a43f9bef74f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d4e4403e04aee" /><Relationship Type="http://schemas.openxmlformats.org/officeDocument/2006/relationships/image" Target="/ppt/media/image10.png" Id="Re75aec5bd06b4dac" /><Relationship Type="http://schemas.openxmlformats.org/officeDocument/2006/relationships/image" Target="/ppt/media/image11.png" Id="Rf50dbe9d13014ca9" /><Relationship Type="http://schemas.openxmlformats.org/officeDocument/2006/relationships/image" Target="/ppt/media/image12.png" Id="R5e37cdd459c645e5" /><Relationship Type="http://schemas.openxmlformats.org/officeDocument/2006/relationships/image" Target="/ppt/media/image13.png" Id="R7763e4664fbe4fb1" /><Relationship Type="http://schemas.openxmlformats.org/officeDocument/2006/relationships/image" Target="/ppt/media/image14.png" Id="Rf99e4f2f4a044201" /><Relationship Type="http://schemas.openxmlformats.org/officeDocument/2006/relationships/notesSlide" Target="/ppt/notesSlides/notesSlide5.xml" Id="R039c1e667a7541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a9212256040c3" /><Relationship Type="http://schemas.openxmlformats.org/officeDocument/2006/relationships/image" Target="/ppt/media/image15.png" Id="R22f3fe42ba594f80" /><Relationship Type="http://schemas.openxmlformats.org/officeDocument/2006/relationships/image" Target="/ppt/media/image8.png" Id="Rbd26ee2f1644488d" /><Relationship Type="http://schemas.openxmlformats.org/officeDocument/2006/relationships/notesSlide" Target="/ppt/notesSlides/notesSlide6.xml" Id="R8574df5d73e14e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09b0bf84f4bb1" /><Relationship Type="http://schemas.openxmlformats.org/officeDocument/2006/relationships/image" Target="/ppt/media/image.jpeg" Id="R7112a50611784441" /><Relationship Type="http://schemas.openxmlformats.org/officeDocument/2006/relationships/image" Target="/ppt/media/image16.png" Id="Rc5a7077507ad44a7" /><Relationship Type="http://schemas.openxmlformats.org/officeDocument/2006/relationships/notesSlide" Target="/ppt/notesSlides/notesSlide7.xml" Id="R47845fe1b3834e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e8878b58e46fd" /><Relationship Type="http://schemas.openxmlformats.org/officeDocument/2006/relationships/image" Target="/ppt/media/image17.png" Id="R5dcb9043055b4712" /><Relationship Type="http://schemas.openxmlformats.org/officeDocument/2006/relationships/notesSlide" Target="/ppt/notesSlides/notesSlide8.xml" Id="Rde274b68517441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cc2a55e6440b1" /><Relationship Type="http://schemas.openxmlformats.org/officeDocument/2006/relationships/image" Target="/ppt/media/image18.png" Id="Rfb8270121f3c44b0" /><Relationship Type="http://schemas.openxmlformats.org/officeDocument/2006/relationships/image" Target="/ppt/media/image19.png" Id="R73081371a8654d4e" /><Relationship Type="http://schemas.openxmlformats.org/officeDocument/2006/relationships/notesSlide" Target="/ppt/notesSlides/notesSlide9.xml" Id="R4729dc12ae2248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76a4af72b4cce" /><Relationship Type="http://schemas.openxmlformats.org/officeDocument/2006/relationships/image" Target="/ppt/media/image15.png" Id="R11f5ff746a074c8a" /><Relationship Type="http://schemas.openxmlformats.org/officeDocument/2006/relationships/notesSlide" Target="/ppt/notesSlides/notesSlide10.xml" Id="Re8a6810b591747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0429c0f2704ac9" /><Relationship Type="http://schemas.openxmlformats.org/officeDocument/2006/relationships/image" Target="/ppt/media/image15.png" Id="Rc85c9fe0a2a244e9" /><Relationship Type="http://schemas.openxmlformats.org/officeDocument/2006/relationships/notesSlide" Target="/ppt/notesSlides/notesSlide11.xml" Id="Rdee05790a39a467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7024400c34d70" /><Relationship Type="http://schemas.openxmlformats.org/officeDocument/2006/relationships/image" Target="/ppt/media/image20.png" Id="R0f92c59d3b9e4d3e" /><Relationship Type="http://schemas.openxmlformats.org/officeDocument/2006/relationships/notesSlide" Target="/ppt/notesSlides/notesSlide12.xml" Id="Rd758940b62db47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E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97C0B7AA-1588-4355-826A-2F2F0633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0" y="1417319"/>
            <a:ext cx="1828800" cy="1828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1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8323E42E-BA98-439F-9583-6B318459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0" y="1417319"/>
            <a:ext cx="1828800" cy="1828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34118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8F7521ED-DD85-4F5C-B4F5-2826BCC4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731519"/>
            <a:ext cx="3200400" cy="3200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34118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63FE7F05-855F-4C69-9232-39B09372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45719"/>
            <a:ext cx="4572000" cy="4572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34118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0E919FEB-EFD0-4F03-B9FB-F9B381E7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-640080"/>
            <a:ext cx="5943600" cy="5943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34118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F019F449-456D-42F6-A2EB-D6947963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1279" y="134987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C73AC2A5-2A91-4071-B5E0-90DBE3D5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742" y="266467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6B385820-4B8A-472D-A016-CFF32D30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658" y="3067812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6B8B830E-DFB7-4A9C-A4B1-8DE8773E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7890" y="95651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36EB228A-B1A8-44D0-A60D-D9481752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9255" y="316822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2B6C80C-B903-4A0D-8E24-B47F345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1248" y="1618487"/>
            <a:ext cx="1426464" cy="1426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7" name="Google Shape;27;p3">
            <a:extLst xmlns:a="http://schemas.openxmlformats.org/drawingml/2006/main">
              <a:ext uri="{FF2B5EF4-FFF2-40B4-BE49-F238E27FC236}">
                <a16:creationId xmlns:a16="http://schemas.microsoft.com/office/drawing/2014/main" id="{6B53CFB9-25DF-451F-AECC-2F2B3B9C83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9e050cd24d4db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655296" y="200253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8" name="Google Shape;28;p3">
            <a:extLst xmlns:a="http://schemas.openxmlformats.org/drawingml/2006/main">
              <a:ext uri="{FF2B5EF4-FFF2-40B4-BE49-F238E27FC236}">
                <a16:creationId xmlns:a16="http://schemas.microsoft.com/office/drawing/2014/main" id="{DD1CBAD4-D116-4169-A4AB-6D850D1E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Google Shape;29;p3">
            <a:extLst xmlns:a="http://schemas.openxmlformats.org/drawingml/2006/main">
              <a:ext uri="{FF2B5EF4-FFF2-40B4-BE49-F238E27FC236}">
                <a16:creationId xmlns:a16="http://schemas.microsoft.com/office/drawing/2014/main" id="{E3A3B922-4B17-4C5D-AB93-2FA20816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3">
            <a:extLst xmlns:a="http://schemas.openxmlformats.org/drawingml/2006/main">
              <a:ext uri="{FF2B5EF4-FFF2-40B4-BE49-F238E27FC236}">
                <a16:creationId xmlns:a16="http://schemas.microsoft.com/office/drawing/2014/main" id="{1E6AE6EE-9B02-4B51-942E-69F50763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76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Google Shape;31;p3">
            <a:extLst xmlns:a="http://schemas.openxmlformats.org/drawingml/2006/main">
              <a:ext uri="{FF2B5EF4-FFF2-40B4-BE49-F238E27FC236}">
                <a16:creationId xmlns:a16="http://schemas.microsoft.com/office/drawing/2014/main" id="{D42B8F2A-CE94-4BBF-BBDF-06EA3477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9FB3C8"/>
                </a:solidFill>
                <a:latin typeface="Malgun Gothic"/>
                <a:ea typeface="Malgun Gothic"/>
                <a:cs typeface="Malgun Gothic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Google Shape;32;p3">
            <a:extLst xmlns:a="http://schemas.openxmlformats.org/drawingml/2006/main">
              <a:ext uri="{FF2B5EF4-FFF2-40B4-BE49-F238E27FC236}">
                <a16:creationId xmlns:a16="http://schemas.microsoft.com/office/drawing/2014/main" id="{E8A3C9CD-5E25-4321-AD12-483A1F55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85975"/>
            <a:ext cx="1314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sz="2550" b="0" i="0" u="none" strike="noStrike" cap="none">
                <a:solidFill>
                  <a:srgbClr val="C9D6E4"/>
                </a:solidFill>
                <a:latin typeface="Arial"/>
                <a:ea typeface="Arial"/>
                <a:cs typeface="Arial"/>
              </a:rPr>
              <a:t>제조설비 이상 탐지와 근거 기반 고장 진단을 위한 AI Agent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Google Shape;33;p3">
            <a:extLst xmlns:a="http://schemas.openxmlformats.org/drawingml/2006/main">
              <a:ext uri="{FF2B5EF4-FFF2-40B4-BE49-F238E27FC236}">
                <a16:creationId xmlns:a16="http://schemas.microsoft.com/office/drawing/2014/main" id="{B2C0BC0C-1A06-4588-8023-F7C4ED00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90875"/>
            <a:ext cx="13144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25"/>
              <a:buFont typeface="Arial"/>
              <a:buNone/>
            </a:pPr>
            <a:r>
              <a:rPr sz="32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이상을 찾는 </a:t>
            </a:r>
            <a:r>
              <a:rPr sz="3225" b="1" i="0" u="none" strike="noStrike" cap="none">
                <a:solidFill>
                  <a:srgbClr val="5FD6EC"/>
                </a:solidFill>
                <a:latin typeface="Malgun Gothic"/>
                <a:ea typeface="Malgun Gothic"/>
                <a:cs typeface="Malgun Gothic"/>
              </a:rPr>
              <a:t>AI</a:t>
            </a:r>
            <a:r>
              <a:rPr sz="32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에서,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25"/>
              <a:buFont typeface="Arial"/>
              <a:buNone/>
            </a:pPr>
            <a:r>
              <a:rPr sz="32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근거를 찾고 다음 행동까지 제안하는 </a:t>
            </a:r>
            <a:r>
              <a:rPr sz="3225" b="1" i="0" u="none" strike="noStrike" cap="none">
                <a:solidFill>
                  <a:srgbClr val="5FD6EC"/>
                </a:solidFill>
                <a:latin typeface="Malgun Gothic"/>
                <a:ea typeface="Malgun Gothic"/>
                <a:cs typeface="Malgun Gothic"/>
              </a:rPr>
              <a:t>AI Agent</a:t>
            </a:r>
            <a:r>
              <a:rPr sz="32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로.</a:t>
            </a:r>
            <a:endParaRPr sz="3225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4" name="Google Shape;34;p3">
            <a:extLst xmlns:a="http://schemas.openxmlformats.org/drawingml/2006/main">
              <a:ext uri="{FF2B5EF4-FFF2-40B4-BE49-F238E27FC236}">
                <a16:creationId xmlns:a16="http://schemas.microsoft.com/office/drawing/2014/main" id="{07E41468-40F4-4E5B-BC31-005DC2B8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14630"/>
            <a:ext cx="2457450" cy="942975"/>
          </a:xfrm>
          <a:prstGeom xmlns:a="http://schemas.openxmlformats.org/drawingml/2006/main" prst="roundRect">
            <a:avLst>
              <a:gd name="adj" fmla="val 13575"/>
            </a:avLst>
          </a:prstGeom>
          <a:solidFill xmlns:a="http://schemas.openxmlformats.org/drawingml/2006/main">
            <a:srgbClr val="FFFFFF">
              <a:alpha val="9020"/>
            </a:srgbClr>
          </a:solidFill>
          <a:ln xmlns:a="http://schemas.openxmlformats.org/drawingml/2006/main" w="12700" cap="flat" cmpd="sng">
            <a:solidFill>
              <a:srgbClr val="FFFFFF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Google Shape;35;p3">
            <a:extLst xmlns:a="http://schemas.openxmlformats.org/drawingml/2006/main">
              <a:ext uri="{FF2B5EF4-FFF2-40B4-BE49-F238E27FC236}">
                <a16:creationId xmlns:a16="http://schemas.microsoft.com/office/drawing/2014/main" id="{6EFBE1D0-2376-40EE-B4E2-64732AF0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928968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5FD6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Google Shape;36;p3">
            <a:extLst xmlns:a="http://schemas.openxmlformats.org/drawingml/2006/main">
              <a:ext uri="{FF2B5EF4-FFF2-40B4-BE49-F238E27FC236}">
                <a16:creationId xmlns:a16="http://schemas.microsoft.com/office/drawing/2014/main" id="{B42E8FF3-FD74-4616-8729-750F8672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514630"/>
            <a:ext cx="2457450" cy="942975"/>
          </a:xfrm>
          <a:prstGeom xmlns:a="http://schemas.openxmlformats.org/drawingml/2006/main" prst="roundRect">
            <a:avLst>
              <a:gd name="adj" fmla="val 13575"/>
            </a:avLst>
          </a:prstGeom>
          <a:solidFill xmlns:a="http://schemas.openxmlformats.org/drawingml/2006/main">
            <a:srgbClr val="FFFFFF">
              <a:alpha val="9020"/>
            </a:srgbClr>
          </a:solidFill>
          <a:ln xmlns:a="http://schemas.openxmlformats.org/drawingml/2006/main" w="12700" cap="flat" cmpd="sng">
            <a:solidFill>
              <a:srgbClr val="FFFFFF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3">
            <a:extLst xmlns:a="http://schemas.openxmlformats.org/drawingml/2006/main">
              <a:ext uri="{FF2B5EF4-FFF2-40B4-BE49-F238E27FC236}">
                <a16:creationId xmlns:a16="http://schemas.microsoft.com/office/drawing/2014/main" id="{D0539943-B4C4-4DC6-A2EC-73EBF174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928968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5FD6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Google Shape;38;p3">
            <a:extLst xmlns:a="http://schemas.openxmlformats.org/drawingml/2006/main">
              <a:ext uri="{FF2B5EF4-FFF2-40B4-BE49-F238E27FC236}">
                <a16:creationId xmlns:a16="http://schemas.microsoft.com/office/drawing/2014/main" id="{913855E3-9E3F-4FF8-8A81-8B15D12B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514630"/>
            <a:ext cx="2457450" cy="942975"/>
          </a:xfrm>
          <a:prstGeom xmlns:a="http://schemas.openxmlformats.org/drawingml/2006/main" prst="roundRect">
            <a:avLst>
              <a:gd name="adj" fmla="val 13575"/>
            </a:avLst>
          </a:prstGeom>
          <a:solidFill xmlns:a="http://schemas.openxmlformats.org/drawingml/2006/main">
            <a:srgbClr val="FFFFFF">
              <a:alpha val="9020"/>
            </a:srgbClr>
          </a:solidFill>
          <a:ln xmlns:a="http://schemas.openxmlformats.org/drawingml/2006/main" w="12700" cap="flat" cmpd="sng">
            <a:solidFill>
              <a:srgbClr val="FFFFFF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Google Shape;39;p3">
            <a:extLst xmlns:a="http://schemas.openxmlformats.org/drawingml/2006/main">
              <a:ext uri="{FF2B5EF4-FFF2-40B4-BE49-F238E27FC236}">
                <a16:creationId xmlns:a16="http://schemas.microsoft.com/office/drawing/2014/main" id="{262D63B2-0002-4D87-9771-DD142B9C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928968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5FD6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Google Shape;40;p3">
            <a:extLst xmlns:a="http://schemas.openxmlformats.org/drawingml/2006/main">
              <a:ext uri="{FF2B5EF4-FFF2-40B4-BE49-F238E27FC236}">
                <a16:creationId xmlns:a16="http://schemas.microsoft.com/office/drawing/2014/main" id="{5647C7B1-2347-4E9D-ADC2-963A4F58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14630"/>
            <a:ext cx="2457450" cy="942975"/>
          </a:xfrm>
          <a:prstGeom xmlns:a="http://schemas.openxmlformats.org/drawingml/2006/main" prst="roundRect">
            <a:avLst>
              <a:gd name="adj" fmla="val 13575"/>
            </a:avLst>
          </a:prstGeom>
          <a:solidFill xmlns:a="http://schemas.openxmlformats.org/drawingml/2006/main">
            <a:srgbClr val="FFFFFF">
              <a:alpha val="9020"/>
            </a:srgbClr>
          </a:solidFill>
          <a:ln xmlns:a="http://schemas.openxmlformats.org/drawingml/2006/main" w="12700" cap="flat" cmpd="sng">
            <a:solidFill>
              <a:srgbClr val="FFFFFF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Google Shape;41;p3">
            <a:extLst xmlns:a="http://schemas.openxmlformats.org/drawingml/2006/main">
              <a:ext uri="{FF2B5EF4-FFF2-40B4-BE49-F238E27FC236}">
                <a16:creationId xmlns:a16="http://schemas.microsoft.com/office/drawing/2014/main" id="{E930D69B-452E-4422-BFF0-187FBC44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5928968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5FD6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Google Shape;42;p3">
            <a:extLst xmlns:a="http://schemas.openxmlformats.org/drawingml/2006/main">
              <a:ext uri="{FF2B5EF4-FFF2-40B4-BE49-F238E27FC236}">
                <a16:creationId xmlns:a16="http://schemas.microsoft.com/office/drawing/2014/main" id="{91317D01-A9A2-45DF-A595-45150AE8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8150" y="5514630"/>
            <a:ext cx="2457450" cy="942975"/>
          </a:xfrm>
          <a:prstGeom xmlns:a="http://schemas.openxmlformats.org/drawingml/2006/main" prst="roundRect">
            <a:avLst>
              <a:gd name="adj" fmla="val 13575"/>
            </a:avLst>
          </a:prstGeom>
          <a:solidFill xmlns:a="http://schemas.openxmlformats.org/drawingml/2006/main">
            <a:srgbClr val="FFFFFF">
              <a:alpha val="9020"/>
            </a:srgbClr>
          </a:solidFill>
          <a:ln xmlns:a="http://schemas.openxmlformats.org/drawingml/2006/main" w="12700" cap="flat" cmpd="sng">
            <a:solidFill>
              <a:srgbClr val="FFFFFF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Google Shape;43;p3">
            <a:extLst xmlns:a="http://schemas.openxmlformats.org/drawingml/2006/main">
              <a:ext uri="{FF2B5EF4-FFF2-40B4-BE49-F238E27FC236}">
                <a16:creationId xmlns:a16="http://schemas.microsoft.com/office/drawing/2014/main" id="{F13CC658-AD3A-4408-8E25-C66A4570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958" y="512143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 w="19050" cap="flat" cmpd="sng">
            <a:solidFill>
              <a:srgbClr val="132E4A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4" name="Google Shape;44;p3">
            <a:extLst xmlns:a="http://schemas.openxmlformats.org/drawingml/2006/main">
              <a:ext uri="{FF2B5EF4-FFF2-40B4-BE49-F238E27FC236}">
                <a16:creationId xmlns:a16="http://schemas.microsoft.com/office/drawing/2014/main" id="{3DE0A45F-8B31-47C9-A016-549AE474A8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432b95459c43d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25118" y="5258598"/>
            <a:ext cx="27432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" name="Google Shape;45;p3">
            <a:extLst xmlns:a="http://schemas.openxmlformats.org/drawingml/2006/main">
              <a:ext uri="{FF2B5EF4-FFF2-40B4-BE49-F238E27FC236}">
                <a16:creationId xmlns:a16="http://schemas.microsoft.com/office/drawing/2014/main" id="{FC29E17E-B9F4-4DDB-894A-2BCB14C6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157" y="512143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 w="19050" cap="flat" cmpd="sng">
            <a:solidFill>
              <a:srgbClr val="132E4A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6" name="Google Shape;46;p3">
            <a:extLst xmlns:a="http://schemas.openxmlformats.org/drawingml/2006/main">
              <a:ext uri="{FF2B5EF4-FFF2-40B4-BE49-F238E27FC236}">
                <a16:creationId xmlns:a16="http://schemas.microsoft.com/office/drawing/2014/main" id="{91CBDD4A-B0BA-4CA6-9637-68AE4E1FAA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329b11d3c84a3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68317" y="5258598"/>
            <a:ext cx="27432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7" name="Google Shape;47;p3">
            <a:extLst xmlns:a="http://schemas.openxmlformats.org/drawingml/2006/main">
              <a:ext uri="{FF2B5EF4-FFF2-40B4-BE49-F238E27FC236}">
                <a16:creationId xmlns:a16="http://schemas.microsoft.com/office/drawing/2014/main" id="{06C52E99-C577-4425-95ED-2007621C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358" y="512143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 w="19050" cap="flat" cmpd="sng">
            <a:solidFill>
              <a:srgbClr val="132E4A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8" name="Google Shape;48;p3">
            <a:extLst xmlns:a="http://schemas.openxmlformats.org/drawingml/2006/main">
              <a:ext uri="{FF2B5EF4-FFF2-40B4-BE49-F238E27FC236}">
                <a16:creationId xmlns:a16="http://schemas.microsoft.com/office/drawing/2014/main" id="{1F10F523-F3B0-4179-A485-25781D3835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29b83a40f7400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811518" y="5258598"/>
            <a:ext cx="27432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9" name="Google Shape;49;p3">
            <a:extLst xmlns:a="http://schemas.openxmlformats.org/drawingml/2006/main">
              <a:ext uri="{FF2B5EF4-FFF2-40B4-BE49-F238E27FC236}">
                <a16:creationId xmlns:a16="http://schemas.microsoft.com/office/drawing/2014/main" id="{6BD53CAE-FD44-4F2E-AFF3-999858D1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557" y="512143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 w="19050" cap="flat" cmpd="sng">
            <a:solidFill>
              <a:srgbClr val="132E4A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0" name="Google Shape;50;p3">
            <a:extLst xmlns:a="http://schemas.openxmlformats.org/drawingml/2006/main">
              <a:ext uri="{FF2B5EF4-FFF2-40B4-BE49-F238E27FC236}">
                <a16:creationId xmlns:a16="http://schemas.microsoft.com/office/drawing/2014/main" id="{F0F20FCD-F9BE-4DB0-A225-A014308B43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1bad540b8844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554717" y="5258598"/>
            <a:ext cx="27432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" name="Google Shape;51;p3">
            <a:extLst xmlns:a="http://schemas.openxmlformats.org/drawingml/2006/main">
              <a:ext uri="{FF2B5EF4-FFF2-40B4-BE49-F238E27FC236}">
                <a16:creationId xmlns:a16="http://schemas.microsoft.com/office/drawing/2014/main" id="{7064F373-4404-42D9-9F86-8767E4FA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757" y="512143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 w="19050" cap="flat" cmpd="sng">
            <a:solidFill>
              <a:srgbClr val="132E4A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2" name="Google Shape;52;p3">
            <a:extLst xmlns:a="http://schemas.openxmlformats.org/drawingml/2006/main">
              <a:ext uri="{FF2B5EF4-FFF2-40B4-BE49-F238E27FC236}">
                <a16:creationId xmlns:a16="http://schemas.microsoft.com/office/drawing/2014/main" id="{813FC9E2-BB56-4DDC-9635-30DE2E077F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9d1515f614b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297917" y="5258598"/>
            <a:ext cx="27432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3" name="Google Shape;53;p3">
            <a:extLst xmlns:a="http://schemas.openxmlformats.org/drawingml/2006/main">
              <a:ext uri="{FF2B5EF4-FFF2-40B4-BE49-F238E27FC236}">
                <a16:creationId xmlns:a16="http://schemas.microsoft.com/office/drawing/2014/main" id="{73EFF800-AA22-4376-80D8-793B7CCA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958" y="5807238"/>
            <a:ext cx="1819656" cy="29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저장된 측정 데이터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Google Shape;54;p3">
            <a:extLst xmlns:a="http://schemas.openxmlformats.org/drawingml/2006/main">
              <a:ext uri="{FF2B5EF4-FFF2-40B4-BE49-F238E27FC236}">
                <a16:creationId xmlns:a16="http://schemas.microsoft.com/office/drawing/2014/main" id="{45F86634-A021-4427-8443-154380D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118" y="6123832"/>
            <a:ext cx="1682496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EDFE5"/>
              </a:buClr>
              <a:buSzPts val="1400"/>
              <a:buFont typeface="Calibri"/>
              <a:buNone/>
            </a:pPr>
            <a:r>
              <a:rPr sz="1400" b="1" i="0" u="none" strike="noStrike" cap="none">
                <a:solidFill>
                  <a:srgbClr val="8EDFE5"/>
                </a:solidFill>
                <a:latin typeface="Calibri"/>
                <a:ea typeface="Calibri"/>
                <a:cs typeface="Calibri"/>
              </a:rPr>
              <a:t>Recorded Data</a:t>
            </a:r>
            <a:endParaRPr sz="1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Google Shape;55;p3">
            <a:extLst xmlns:a="http://schemas.openxmlformats.org/drawingml/2006/main">
              <a:ext uri="{FF2B5EF4-FFF2-40B4-BE49-F238E27FC236}">
                <a16:creationId xmlns:a16="http://schemas.microsoft.com/office/drawing/2014/main" id="{94842440-DEE0-4765-A2F6-8F6E2ABA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8566" y="5765029"/>
            <a:ext cx="1864614" cy="429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ML 기반 상태 판별 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3">
            <a:extLst xmlns:a="http://schemas.openxmlformats.org/drawingml/2006/main">
              <a:ext uri="{FF2B5EF4-FFF2-40B4-BE49-F238E27FC236}">
                <a16:creationId xmlns:a16="http://schemas.microsoft.com/office/drawing/2014/main" id="{A6A9AE14-05C3-4BBC-B463-E4EF8192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3736" y="6123832"/>
            <a:ext cx="1682496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EDFE5"/>
              </a:buClr>
              <a:buSzPts val="1400"/>
              <a:buFont typeface="Calibri"/>
              <a:buNone/>
            </a:pPr>
            <a:r>
              <a:rPr sz="1400" b="1" i="0" u="none" strike="noStrike" cap="none">
                <a:solidFill>
                  <a:srgbClr val="8EDFE5"/>
                </a:solidFill>
                <a:latin typeface="Calibri"/>
                <a:ea typeface="Calibri"/>
                <a:cs typeface="Calibri"/>
              </a:rPr>
              <a:t>ML Classification</a:t>
            </a:r>
            <a:endParaRPr sz="1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3">
            <a:extLst xmlns:a="http://schemas.openxmlformats.org/drawingml/2006/main">
              <a:ext uri="{FF2B5EF4-FFF2-40B4-BE49-F238E27FC236}">
                <a16:creationId xmlns:a16="http://schemas.microsoft.com/office/drawing/2014/main" id="{F9E58171-5690-4DA7-B3D8-965FEE5D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6936" y="5849512"/>
            <a:ext cx="1682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RAG 기술 근거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3">
            <a:extLst xmlns:a="http://schemas.openxmlformats.org/drawingml/2006/main">
              <a:ext uri="{FF2B5EF4-FFF2-40B4-BE49-F238E27FC236}">
                <a16:creationId xmlns:a16="http://schemas.microsoft.com/office/drawing/2014/main" id="{3B36946D-4028-420A-8CBA-E9ECA654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6936" y="6123832"/>
            <a:ext cx="1682496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EDFE5"/>
              </a:buClr>
              <a:buSzPts val="1400"/>
              <a:buFont typeface="Calibri"/>
              <a:buNone/>
            </a:pPr>
            <a:r>
              <a:rPr sz="1400" b="1" i="0" u="none" strike="noStrike" cap="none">
                <a:solidFill>
                  <a:srgbClr val="8EDFE5"/>
                </a:solidFill>
                <a:latin typeface="Calibri"/>
                <a:ea typeface="Calibri"/>
                <a:cs typeface="Calibri"/>
              </a:rPr>
              <a:t>RAG Evidence</a:t>
            </a:r>
            <a:endParaRPr sz="1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3">
            <a:extLst xmlns:a="http://schemas.openxmlformats.org/drawingml/2006/main">
              <a:ext uri="{FF2B5EF4-FFF2-40B4-BE49-F238E27FC236}">
                <a16:creationId xmlns:a16="http://schemas.microsoft.com/office/drawing/2014/main" id="{F85D408B-582A-401C-A9E9-2194925E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3410" y="5813376"/>
            <a:ext cx="1682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점검·조치 권고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3">
            <a:extLst xmlns:a="http://schemas.openxmlformats.org/drawingml/2006/main">
              <a:ext uri="{FF2B5EF4-FFF2-40B4-BE49-F238E27FC236}">
                <a16:creationId xmlns:a16="http://schemas.microsoft.com/office/drawing/2014/main" id="{EA608FC3-908F-4634-A326-A634BC10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329" y="6105544"/>
            <a:ext cx="2117101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EDFE5"/>
              </a:buClr>
              <a:buSzPts val="1400"/>
              <a:buFont typeface="Calibri"/>
              <a:buNone/>
            </a:pPr>
            <a:r>
              <a:rPr sz="1400" b="1" i="0" u="none" strike="noStrike" cap="none">
                <a:solidFill>
                  <a:srgbClr val="8EDFE5"/>
                </a:solidFill>
                <a:latin typeface="Calibri"/>
                <a:ea typeface="Calibri"/>
                <a:cs typeface="Calibri"/>
              </a:rPr>
              <a:t>Action Recommendation</a:t>
            </a:r>
            <a:endParaRPr sz="1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Google Shape;61;p3">
            <a:extLst xmlns:a="http://schemas.openxmlformats.org/drawingml/2006/main">
              <a:ext uri="{FF2B5EF4-FFF2-40B4-BE49-F238E27FC236}">
                <a16:creationId xmlns:a16="http://schemas.microsoft.com/office/drawing/2014/main" id="{53A6BB87-2282-4C56-BA28-18D92C76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6384" y="5849512"/>
            <a:ext cx="1682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사람의 결정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" name="Google Shape;62;p3">
            <a:extLst xmlns:a="http://schemas.openxmlformats.org/drawingml/2006/main">
              <a:ext uri="{FF2B5EF4-FFF2-40B4-BE49-F238E27FC236}">
                <a16:creationId xmlns:a16="http://schemas.microsoft.com/office/drawing/2014/main" id="{BDC48C5D-5ED9-42DA-B058-7793C339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2104" y="6123832"/>
            <a:ext cx="1682496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EDFE5"/>
              </a:buClr>
              <a:buSzPts val="1400"/>
              <a:buFont typeface="Calibri"/>
              <a:buNone/>
            </a:pPr>
            <a:r>
              <a:rPr sz="1400" b="1" i="0" u="none" strike="noStrike" cap="none">
                <a:solidFill>
                  <a:srgbClr val="8EDFE5"/>
                </a:solidFill>
                <a:latin typeface="Calibri"/>
                <a:ea typeface="Calibri"/>
                <a:cs typeface="Calibri"/>
              </a:rPr>
              <a:t>Human Decisions</a:t>
            </a:r>
            <a:endParaRPr sz="1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" name="Google Shape;63;p3">
            <a:extLst xmlns:a="http://schemas.openxmlformats.org/drawingml/2006/main">
              <a:ext uri="{FF2B5EF4-FFF2-40B4-BE49-F238E27FC236}">
                <a16:creationId xmlns:a16="http://schemas.microsoft.com/office/drawing/2014/main" id="{8FA39EBE-37C6-40C0-9F6F-ECD20098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71114"/>
            <a:ext cx="2131314" cy="373757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53F5B"/>
          </a:solidFill>
          <a:ln xmlns:a="http://schemas.openxmlformats.org/drawingml/2006/main" w="12700" cap="flat" cmpd="sng">
            <a:solidFill>
              <a:srgbClr val="153F5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Google Shape;64;p3">
            <a:extLst xmlns:a="http://schemas.openxmlformats.org/drawingml/2006/main">
              <a:ext uri="{FF2B5EF4-FFF2-40B4-BE49-F238E27FC236}">
                <a16:creationId xmlns:a16="http://schemas.microsoft.com/office/drawing/2014/main" id="{E260EFCE-93FF-4E64-9A35-F2D66871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508" y="6813310"/>
            <a:ext cx="2678590" cy="311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100"/>
              <a:buFont typeface="Calibri"/>
              <a:buNone/>
            </a:pPr>
            <a:r>
              <a:rPr sz="1100" b="1" i="0" u="none" strike="noStrike" cap="none">
                <a:solidFill>
                  <a:srgbClr val="12B8C4"/>
                </a:solidFill>
                <a:latin typeface="Calibri"/>
                <a:ea typeface="Calibri"/>
                <a:cs typeface="Calibri"/>
              </a:rPr>
              <a:t>Recorded Data 기반 MVP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5" name="Google Shape;65;p3">
            <a:extLst xmlns:a="http://schemas.openxmlformats.org/drawingml/2006/main">
              <a:ext uri="{FF2B5EF4-FFF2-40B4-BE49-F238E27FC236}">
                <a16:creationId xmlns:a16="http://schemas.microsoft.com/office/drawing/2014/main" id="{02749EB2-B85E-42AC-BEBE-45023AC6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3941" y="6771114"/>
            <a:ext cx="2131314" cy="373757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B3827"/>
          </a:solidFill>
          <a:ln xmlns:a="http://schemas.openxmlformats.org/drawingml/2006/main" w="12700" cap="flat" cmpd="sng">
            <a:solidFill>
              <a:srgbClr val="4B382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Google Shape;66;p3">
            <a:extLst xmlns:a="http://schemas.openxmlformats.org/drawingml/2006/main">
              <a:ext uri="{FF2B5EF4-FFF2-40B4-BE49-F238E27FC236}">
                <a16:creationId xmlns:a16="http://schemas.microsoft.com/office/drawing/2014/main" id="{4E492871-7040-4794-97A9-45DC1357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14" y="6813310"/>
            <a:ext cx="2491712" cy="311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B56A"/>
              </a:buClr>
              <a:buSzPts val="1100"/>
              <a:buFont typeface="Noto Sans"/>
              <a:buNone/>
            </a:pPr>
            <a:r>
              <a:rPr sz="1100" b="1" i="0" u="none" strike="noStrike" cap="none">
                <a:solidFill>
                  <a:srgbClr val="F2B56A"/>
                </a:solidFill>
                <a:latin typeface="Noto Sans"/>
                <a:ea typeface="Noto Sans"/>
                <a:cs typeface="Noto Sans"/>
              </a:rPr>
              <a:t>설비 자동제어 없음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4226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4">
            <a:extLst xmlns:a="http://schemas.openxmlformats.org/drawingml/2006/main">
              <a:ext uri="{FF2B5EF4-FFF2-40B4-BE49-F238E27FC236}">
                <a16:creationId xmlns:a16="http://schemas.microsoft.com/office/drawing/2014/main" id="{42C73BC9-74C8-4C8D-A440-5A3D375B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4">
            <a:extLst xmlns:a="http://schemas.openxmlformats.org/drawingml/2006/main">
              <a:ext uri="{FF2B5EF4-FFF2-40B4-BE49-F238E27FC236}">
                <a16:creationId xmlns:a16="http://schemas.microsoft.com/office/drawing/2014/main" id="{B1766AFA-7E28-4834-A226-FEC52A5D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4">
            <a:extLst xmlns:a="http://schemas.openxmlformats.org/drawingml/2006/main">
              <a:ext uri="{FF2B5EF4-FFF2-40B4-BE49-F238E27FC236}">
                <a16:creationId xmlns:a16="http://schemas.microsoft.com/office/drawing/2014/main" id="{F39AFBEA-E379-40F1-A63A-5642141B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5" name="Google Shape;75;p4">
            <a:extLst xmlns:a="http://schemas.openxmlformats.org/drawingml/2006/main">
              <a:ext uri="{FF2B5EF4-FFF2-40B4-BE49-F238E27FC236}">
                <a16:creationId xmlns:a16="http://schemas.microsoft.com/office/drawing/2014/main" id="{D137129B-CD07-4163-A21A-0F9E3BC3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" name="Google Shape;76;p4">
            <a:extLst xmlns:a="http://schemas.openxmlformats.org/drawingml/2006/main">
              <a:ext uri="{FF2B5EF4-FFF2-40B4-BE49-F238E27FC236}">
                <a16:creationId xmlns:a16="http://schemas.microsoft.com/office/drawing/2014/main" id="{CC6EF5DB-26A6-4779-99C7-0E50D8F8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4">
            <a:extLst xmlns:a="http://schemas.openxmlformats.org/drawingml/2006/main">
              <a:ext uri="{FF2B5EF4-FFF2-40B4-BE49-F238E27FC236}">
                <a16:creationId xmlns:a16="http://schemas.microsoft.com/office/drawing/2014/main" id="{AD8B38F6-F4CD-48BD-98EE-B9750EDD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4">
            <a:extLst xmlns:a="http://schemas.openxmlformats.org/drawingml/2006/main">
              <a:ext uri="{FF2B5EF4-FFF2-40B4-BE49-F238E27FC236}">
                <a16:creationId xmlns:a16="http://schemas.microsoft.com/office/drawing/2014/main" id="{94738586-3D93-4B4C-BC15-385A1E66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4">
            <a:extLst xmlns:a="http://schemas.openxmlformats.org/drawingml/2006/main">
              <a:ext uri="{FF2B5EF4-FFF2-40B4-BE49-F238E27FC236}">
                <a16:creationId xmlns:a16="http://schemas.microsoft.com/office/drawing/2014/main" id="{5D1A2BFA-FE00-40B5-A3C7-63A9120E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0" name="Google Shape;80;p4">
            <a:extLst xmlns:a="http://schemas.openxmlformats.org/drawingml/2006/main">
              <a:ext uri="{FF2B5EF4-FFF2-40B4-BE49-F238E27FC236}">
                <a16:creationId xmlns:a16="http://schemas.microsoft.com/office/drawing/2014/main" id="{CDAE8EFF-453D-486D-80F2-10F32AC1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4">
            <a:extLst xmlns:a="http://schemas.openxmlformats.org/drawingml/2006/main">
              <a:ext uri="{FF2B5EF4-FFF2-40B4-BE49-F238E27FC236}">
                <a16:creationId xmlns:a16="http://schemas.microsoft.com/office/drawing/2014/main" id="{7DA25D2A-3611-4279-A6BA-17153ECB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22" y="1235202"/>
            <a:ext cx="129261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4">
            <a:extLst xmlns:a="http://schemas.openxmlformats.org/drawingml/2006/main">
              <a:ext uri="{FF2B5EF4-FFF2-40B4-BE49-F238E27FC236}">
                <a16:creationId xmlns:a16="http://schemas.microsoft.com/office/drawing/2014/main" id="{802C7D0A-F8FD-4AB4-932F-D52226F4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Google Shape;83;p4">
            <a:extLst xmlns:a="http://schemas.openxmlformats.org/drawingml/2006/main">
              <a:ext uri="{FF2B5EF4-FFF2-40B4-BE49-F238E27FC236}">
                <a16:creationId xmlns:a16="http://schemas.microsoft.com/office/drawing/2014/main" id="{9BAC6D1B-B13F-406E-B9E4-CB3EC54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이상 여부를 판단하는 것만으로는 설비 진단이 끝나지 않습니다.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4" name="Google Shape;84;p4">
            <a:extLst xmlns:a="http://schemas.openxmlformats.org/drawingml/2006/main">
              <a:ext uri="{FF2B5EF4-FFF2-40B4-BE49-F238E27FC236}">
                <a16:creationId xmlns:a16="http://schemas.microsoft.com/office/drawing/2014/main" id="{BF8F6F48-8E64-49C5-B9C3-DDA86B6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5730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PROBLEM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Google Shape;85;p4">
            <a:extLst xmlns:a="http://schemas.openxmlformats.org/drawingml/2006/main">
              <a:ext uri="{FF2B5EF4-FFF2-40B4-BE49-F238E27FC236}">
                <a16:creationId xmlns:a16="http://schemas.microsoft.com/office/drawing/2014/main" id="{9638F23A-40AD-4189-9EAF-158BF3A5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Google Shape;86;p4">
            <a:extLst xmlns:a="http://schemas.openxmlformats.org/drawingml/2006/main">
              <a:ext uri="{FF2B5EF4-FFF2-40B4-BE49-F238E27FC236}">
                <a16:creationId xmlns:a16="http://schemas.microsoft.com/office/drawing/2014/main" id="{6B0D1D3C-C2AC-4D27-A8BE-0F0C69E6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4">
            <a:extLst xmlns:a="http://schemas.openxmlformats.org/drawingml/2006/main">
              <a:ext uri="{FF2B5EF4-FFF2-40B4-BE49-F238E27FC236}">
                <a16:creationId xmlns:a16="http://schemas.microsoft.com/office/drawing/2014/main" id="{CCCD5A5F-14BF-40DC-B208-058BEC91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22" y="7086600"/>
            <a:ext cx="13740003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Google Shape;88;p4">
            <a:extLst xmlns:a="http://schemas.openxmlformats.org/drawingml/2006/main">
              <a:ext uri="{FF2B5EF4-FFF2-40B4-BE49-F238E27FC236}">
                <a16:creationId xmlns:a16="http://schemas.microsoft.com/office/drawing/2014/main" id="{1EF9F349-8505-474F-8AFF-4B3E404E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1448" y="7192518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9" name="Google Shape;89;p4">
            <a:extLst xmlns:a="http://schemas.openxmlformats.org/drawingml/2006/main">
              <a:ext uri="{FF2B5EF4-FFF2-40B4-BE49-F238E27FC236}">
                <a16:creationId xmlns:a16="http://schemas.microsoft.com/office/drawing/2014/main" id="{AF961B77-2272-47D8-9CC5-765AA11E3A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29ed85e6c747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9463" y="7320534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0" name="Google Shape;90;p4">
            <a:extLst xmlns:a="http://schemas.openxmlformats.org/drawingml/2006/main">
              <a:ext uri="{FF2B5EF4-FFF2-40B4-BE49-F238E27FC236}">
                <a16:creationId xmlns:a16="http://schemas.microsoft.com/office/drawing/2014/main" id="{1BE50E2E-B075-4480-9BD8-81944D08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Google Shape;91;p4">
            <a:extLst xmlns:a="http://schemas.openxmlformats.org/drawingml/2006/main">
              <a:ext uri="{FF2B5EF4-FFF2-40B4-BE49-F238E27FC236}">
                <a16:creationId xmlns:a16="http://schemas.microsoft.com/office/drawing/2014/main" id="{EA0334AA-40E3-431E-BFE3-FDC18D17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22" y="1870570"/>
            <a:ext cx="3763374" cy="4937759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Google Shape;92;p4">
            <a:extLst xmlns:a="http://schemas.openxmlformats.org/drawingml/2006/main">
              <a:ext uri="{FF2B5EF4-FFF2-40B4-BE49-F238E27FC236}">
                <a16:creationId xmlns:a16="http://schemas.microsoft.com/office/drawing/2014/main" id="{E72CE21A-CD71-4BDF-A6C1-F909C4AC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169" y="2064028"/>
            <a:ext cx="3254810" cy="32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2D6CD3"/>
                </a:solidFill>
                <a:latin typeface="Noto Sans"/>
                <a:ea typeface="Noto Sans"/>
                <a:cs typeface="Noto Sans"/>
              </a:rPr>
              <a:t>기존 현장 진단 흐름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4">
            <a:extLst xmlns:a="http://schemas.openxmlformats.org/drawingml/2006/main">
              <a:ext uri="{FF2B5EF4-FFF2-40B4-BE49-F238E27FC236}">
                <a16:creationId xmlns:a16="http://schemas.microsoft.com/office/drawing/2014/main" id="{37EE5178-0EEA-4AB1-AAB2-528F085A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2475509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4FB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Google Shape;94;p4">
            <a:extLst xmlns:a="http://schemas.openxmlformats.org/drawingml/2006/main">
              <a:ext uri="{FF2B5EF4-FFF2-40B4-BE49-F238E27FC236}">
                <a16:creationId xmlns:a16="http://schemas.microsoft.com/office/drawing/2014/main" id="{6F265925-4451-47B7-A9E3-34183785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2475509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Sensor 분석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4">
            <a:extLst xmlns:a="http://schemas.openxmlformats.org/drawingml/2006/main">
              <a:ext uri="{FF2B5EF4-FFF2-40B4-BE49-F238E27FC236}">
                <a16:creationId xmlns:a16="http://schemas.microsoft.com/office/drawing/2014/main" id="{36F95136-6D72-4DB7-8DAE-14AD1E3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3148892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Google Shape;96;p4">
            <a:extLst xmlns:a="http://schemas.openxmlformats.org/drawingml/2006/main">
              <a:ext uri="{FF2B5EF4-FFF2-40B4-BE49-F238E27FC236}">
                <a16:creationId xmlns:a16="http://schemas.microsoft.com/office/drawing/2014/main" id="{D17BA049-06D9-4E2A-8708-9E6B7E93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3148892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담당자 판단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4">
            <a:extLst xmlns:a="http://schemas.openxmlformats.org/drawingml/2006/main">
              <a:ext uri="{FF2B5EF4-FFF2-40B4-BE49-F238E27FC236}">
                <a16:creationId xmlns:a16="http://schemas.microsoft.com/office/drawing/2014/main" id="{BD769EF4-84BA-49D0-BCAD-91CAB29F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3822275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Google Shape;98;p4">
            <a:extLst xmlns:a="http://schemas.openxmlformats.org/drawingml/2006/main">
              <a:ext uri="{FF2B5EF4-FFF2-40B4-BE49-F238E27FC236}">
                <a16:creationId xmlns:a16="http://schemas.microsoft.com/office/drawing/2014/main" id="{AB0F2A6D-250C-4F1E-843C-B47ED44B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3822275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기술문서 찾기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4">
            <a:extLst xmlns:a="http://schemas.openxmlformats.org/drawingml/2006/main">
              <a:ext uri="{FF2B5EF4-FFF2-40B4-BE49-F238E27FC236}">
                <a16:creationId xmlns:a16="http://schemas.microsoft.com/office/drawing/2014/main" id="{B9116C24-EDE7-4CBA-A96B-412A4B39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4495658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Google Shape;100;p4">
            <a:extLst xmlns:a="http://schemas.openxmlformats.org/drawingml/2006/main">
              <a:ext uri="{FF2B5EF4-FFF2-40B4-BE49-F238E27FC236}">
                <a16:creationId xmlns:a16="http://schemas.microsoft.com/office/drawing/2014/main" id="{09781C2F-74D0-4EDA-AE38-80910912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4495658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원인 검토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4">
            <a:extLst xmlns:a="http://schemas.openxmlformats.org/drawingml/2006/main">
              <a:ext uri="{FF2B5EF4-FFF2-40B4-BE49-F238E27FC236}">
                <a16:creationId xmlns:a16="http://schemas.microsoft.com/office/drawing/2014/main" id="{03582A17-78F7-4077-856B-D9BCD16F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5169041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Google Shape;102;p4">
            <a:extLst xmlns:a="http://schemas.openxmlformats.org/drawingml/2006/main">
              <a:ext uri="{FF2B5EF4-FFF2-40B4-BE49-F238E27FC236}">
                <a16:creationId xmlns:a16="http://schemas.microsoft.com/office/drawing/2014/main" id="{F585B1AD-62AE-4F0F-88AB-761C6D4B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5169041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점검 계획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4">
            <a:extLst xmlns:a="http://schemas.openxmlformats.org/drawingml/2006/main">
              <a:ext uri="{FF2B5EF4-FFF2-40B4-BE49-F238E27FC236}">
                <a16:creationId xmlns:a16="http://schemas.microsoft.com/office/drawing/2014/main" id="{E7286B8E-8398-427D-B231-9E0B599F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5842424"/>
            <a:ext cx="2827616" cy="508564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4">
            <a:extLst xmlns:a="http://schemas.openxmlformats.org/drawingml/2006/main">
              <a:ext uri="{FF2B5EF4-FFF2-40B4-BE49-F238E27FC236}">
                <a16:creationId xmlns:a16="http://schemas.microsoft.com/office/drawing/2014/main" id="{26FE746C-615A-4801-82B5-EFC1D73A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625" y="5842424"/>
            <a:ext cx="2827616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정비 판단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5" name="Google Shape;105;p4">
            <a:extLst xmlns:a="http://schemas.openxmlformats.org/drawingml/2006/main">
              <a:ext uri="{FF2B5EF4-FFF2-40B4-BE49-F238E27FC236}">
                <a16:creationId xmlns:a16="http://schemas.microsoft.com/office/drawing/2014/main" id="{A67C4132-160C-4C74-9E6A-E2A39D27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426" y="1907822"/>
            <a:ext cx="9604200" cy="1275303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4">
            <a:extLst xmlns:a="http://schemas.openxmlformats.org/drawingml/2006/main">
              <a:ext uri="{FF2B5EF4-FFF2-40B4-BE49-F238E27FC236}">
                <a16:creationId xmlns:a16="http://schemas.microsoft.com/office/drawing/2014/main" id="{301544FB-8504-483A-A9FB-03397B56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8314" y="2100844"/>
            <a:ext cx="711990" cy="355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2300"/>
              <a:buFont typeface="Noto Sans"/>
              <a:buNone/>
            </a:pPr>
            <a:r>
              <a:rPr sz="230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01</a:t>
            </a:r>
            <a:endParaRPr sz="2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4">
            <a:extLst xmlns:a="http://schemas.openxmlformats.org/drawingml/2006/main">
              <a:ext uri="{FF2B5EF4-FFF2-40B4-BE49-F238E27FC236}">
                <a16:creationId xmlns:a16="http://schemas.microsoft.com/office/drawing/2014/main" id="{57E25E93-9F62-4738-A502-7AF92A28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2073413"/>
            <a:ext cx="6662198" cy="34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분석 결과와 기술자료가 분리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4">
            <a:extLst xmlns:a="http://schemas.openxmlformats.org/drawingml/2006/main">
              <a:ext uri="{FF2B5EF4-FFF2-40B4-BE49-F238E27FC236}">
                <a16:creationId xmlns:a16="http://schemas.microsoft.com/office/drawing/2014/main" id="{A611CCBD-8EB5-4614-A367-34FD87EA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2457461"/>
            <a:ext cx="6662188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100"/>
              <a:buFont typeface="Noto Sans"/>
              <a:buNone/>
            </a:pPr>
            <a:r>
              <a:rPr sz="11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이상 여부는 보이지만, 왜 그런지 확인하려면 자료를 다시 찾아야 합니다.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4">
            <a:extLst xmlns:a="http://schemas.openxmlformats.org/drawingml/2006/main">
              <a:ext uri="{FF2B5EF4-FFF2-40B4-BE49-F238E27FC236}">
                <a16:creationId xmlns:a16="http://schemas.microsoft.com/office/drawing/2014/main" id="{7D062B68-04C7-4CE1-81C9-9E732AF9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426" y="3317579"/>
            <a:ext cx="9604200" cy="1275303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Google Shape;110;p4">
            <a:extLst xmlns:a="http://schemas.openxmlformats.org/drawingml/2006/main">
              <a:ext uri="{FF2B5EF4-FFF2-40B4-BE49-F238E27FC236}">
                <a16:creationId xmlns:a16="http://schemas.microsoft.com/office/drawing/2014/main" id="{3E12D772-155E-456D-8255-4AF5C19D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8314" y="3510601"/>
            <a:ext cx="711990" cy="355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2300"/>
              <a:buFont typeface="Noto Sans"/>
              <a:buNone/>
            </a:pPr>
            <a:r>
              <a:rPr sz="230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02</a:t>
            </a:r>
            <a:endParaRPr sz="2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4">
            <a:extLst xmlns:a="http://schemas.openxmlformats.org/drawingml/2006/main">
              <a:ext uri="{FF2B5EF4-FFF2-40B4-BE49-F238E27FC236}">
                <a16:creationId xmlns:a16="http://schemas.microsoft.com/office/drawing/2014/main" id="{F2034040-AC18-4375-84D9-136F6992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3483170"/>
            <a:ext cx="6662198" cy="34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진단 근거가 담당자 경험에 의존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2" name="Google Shape;112;p4">
            <a:extLst xmlns:a="http://schemas.openxmlformats.org/drawingml/2006/main">
              <a:ext uri="{FF2B5EF4-FFF2-40B4-BE49-F238E27FC236}">
                <a16:creationId xmlns:a16="http://schemas.microsoft.com/office/drawing/2014/main" id="{CCAD2ED0-4003-4870-A5AD-FF1A6FDF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3867218"/>
            <a:ext cx="6662188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100"/>
              <a:buFont typeface="Noto Sans"/>
              <a:buNone/>
            </a:pPr>
            <a:r>
              <a:rPr sz="11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어떤 문서를 찾고 어떤 순서로 확인할지가 사람마다 달라질 수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64A8C146-14F6-46A0-BB43-D86478BD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426" y="4727336"/>
            <a:ext cx="9604200" cy="1275303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082B66D7-0A62-4446-82F3-7CE15575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8314" y="4920358"/>
            <a:ext cx="711990" cy="3559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7A1C"/>
              </a:buClr>
              <a:buSzPts val="2300"/>
              <a:buFont typeface="Noto Sans"/>
              <a:buNone/>
            </a:pPr>
            <a:r>
              <a:rPr sz="2300" b="1" i="0" u="none" strike="noStrike" cap="none">
                <a:solidFill>
                  <a:srgbClr val="D37A1C"/>
                </a:solidFill>
                <a:latin typeface="Noto Sans"/>
                <a:ea typeface="Noto Sans"/>
                <a:cs typeface="Noto Sans"/>
              </a:rPr>
              <a:t>03</a:t>
            </a:r>
            <a:endParaRPr sz="2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5" name="Google Shape;115;p4">
            <a:extLst xmlns:a="http://schemas.openxmlformats.org/drawingml/2006/main">
              <a:ext uri="{FF2B5EF4-FFF2-40B4-BE49-F238E27FC236}">
                <a16:creationId xmlns:a16="http://schemas.microsoft.com/office/drawing/2014/main" id="{2276CB33-BC7C-412A-8E80-7C20C09B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4892927"/>
            <a:ext cx="6662198" cy="34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Noto Sans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Noto Sans"/>
                <a:ea typeface="Noto Sans"/>
                <a:cs typeface="Noto Sans"/>
              </a:rPr>
              <a:t>점검·조치·기록이 한 흐름으로 연결되지 않음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Google Shape;116;p4">
            <a:extLst xmlns:a="http://schemas.openxmlformats.org/drawingml/2006/main">
              <a:ext uri="{FF2B5EF4-FFF2-40B4-BE49-F238E27FC236}">
                <a16:creationId xmlns:a16="http://schemas.microsoft.com/office/drawing/2014/main" id="{42EDB15C-46D6-432E-9A49-6FAC41AE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7266" y="5276975"/>
            <a:ext cx="6662188" cy="508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100"/>
              <a:buFont typeface="Noto Sans"/>
              <a:buNone/>
            </a:pPr>
            <a:r>
              <a:rPr sz="11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판정 이후의 점검, 조치 검토, 결과 기록이 별도 업무로 남습니다.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7" name="Google Shape;117;p4">
            <a:extLst xmlns:a="http://schemas.openxmlformats.org/drawingml/2006/main">
              <a:ext uri="{FF2B5EF4-FFF2-40B4-BE49-F238E27FC236}">
                <a16:creationId xmlns:a16="http://schemas.microsoft.com/office/drawing/2014/main" id="{831D3D14-CD51-4F3D-A341-7ED35E24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7146" y="6225242"/>
            <a:ext cx="1271408" cy="305138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9E5F8"/>
          </a:solidFill>
          <a:ln xmlns:a="http://schemas.openxmlformats.org/drawingml/2006/main" w="12700" cap="flat" cmpd="sng">
            <a:solidFill>
              <a:srgbClr val="EAF2F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Google Shape;118;p4">
            <a:extLst xmlns:a="http://schemas.openxmlformats.org/drawingml/2006/main">
              <a:ext uri="{FF2B5EF4-FFF2-40B4-BE49-F238E27FC236}">
                <a16:creationId xmlns:a16="http://schemas.microsoft.com/office/drawing/2014/main" id="{3456B875-88DB-49F7-B98A-9A13BA19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7146" y="6272221"/>
            <a:ext cx="1271410" cy="2542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200"/>
              <a:buFont typeface="Noto Sans"/>
              <a:buNone/>
            </a:pPr>
            <a:r>
              <a:rPr sz="1200" b="1" i="0" u="none" strike="noStrike" cap="none">
                <a:solidFill>
                  <a:srgbClr val="2D6CD3"/>
                </a:solidFill>
                <a:latin typeface="Noto Sans"/>
                <a:ea typeface="Noto Sans"/>
                <a:cs typeface="Noto Sans"/>
              </a:rPr>
              <a:t>주요 사용자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Google Shape;119;p4">
            <a:extLst xmlns:a="http://schemas.openxmlformats.org/drawingml/2006/main">
              <a:ext uri="{FF2B5EF4-FFF2-40B4-BE49-F238E27FC236}">
                <a16:creationId xmlns:a16="http://schemas.microsoft.com/office/drawing/2014/main" id="{606D4A52-8690-4903-A074-94E1289D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4970" y="6256964"/>
            <a:ext cx="6204484" cy="2847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Noto Sans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설비보전 담당자 · 생산기술 담당자 · 현장 책임자</a:t>
            </a:r>
            <a:endParaRPr sz="1200" b="0" i="0" u="none" strike="noStrike" cap="none">
              <a:solidFill>
                <a:schemeClr val="dk1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20" name="Google Shape;120;p4">
            <a:extLst xmlns:a="http://schemas.openxmlformats.org/drawingml/2006/main">
              <a:ext uri="{FF2B5EF4-FFF2-40B4-BE49-F238E27FC236}">
                <a16:creationId xmlns:a16="http://schemas.microsoft.com/office/drawing/2014/main" id="{1828E81F-14F3-48BA-9EF4-07269E57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363" y="3013372"/>
            <a:ext cx="409015" cy="17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360"/>
              <a:buFont typeface="Noto Sans"/>
              <a:buNone/>
            </a:pPr>
            <a:r>
              <a:rPr sz="136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↓</a:t>
            </a:r>
            <a:endParaRPr sz="13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1" name="Google Shape;121;p4">
            <a:extLst xmlns:a="http://schemas.openxmlformats.org/drawingml/2006/main">
              <a:ext uri="{FF2B5EF4-FFF2-40B4-BE49-F238E27FC236}">
                <a16:creationId xmlns:a16="http://schemas.microsoft.com/office/drawing/2014/main" id="{D4183FA5-6CA3-4AF8-9674-00675C83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363" y="3691323"/>
            <a:ext cx="409015" cy="17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360"/>
              <a:buFont typeface="Noto Sans"/>
              <a:buNone/>
            </a:pPr>
            <a:r>
              <a:rPr sz="136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↓</a:t>
            </a:r>
            <a:endParaRPr sz="13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2" name="Google Shape;122;p4">
            <a:extLst xmlns:a="http://schemas.openxmlformats.org/drawingml/2006/main">
              <a:ext uri="{FF2B5EF4-FFF2-40B4-BE49-F238E27FC236}">
                <a16:creationId xmlns:a16="http://schemas.microsoft.com/office/drawing/2014/main" id="{325A7920-3FD2-4B9A-BDE2-949ABBC7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363" y="4379968"/>
            <a:ext cx="409015" cy="17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360"/>
              <a:buFont typeface="Noto Sans"/>
              <a:buNone/>
            </a:pPr>
            <a:r>
              <a:rPr sz="136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↓</a:t>
            </a:r>
            <a:endParaRPr sz="13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3" name="Google Shape;123;p4">
            <a:extLst xmlns:a="http://schemas.openxmlformats.org/drawingml/2006/main">
              <a:ext uri="{FF2B5EF4-FFF2-40B4-BE49-F238E27FC236}">
                <a16:creationId xmlns:a16="http://schemas.microsoft.com/office/drawing/2014/main" id="{3B268920-2AA8-4D1B-959C-7AB67ACE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363" y="5046081"/>
            <a:ext cx="409015" cy="17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360"/>
              <a:buFont typeface="Noto Sans"/>
              <a:buNone/>
            </a:pPr>
            <a:r>
              <a:rPr sz="136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↓</a:t>
            </a:r>
            <a:endParaRPr sz="13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4" name="Google Shape;124;p4">
            <a:extLst xmlns:a="http://schemas.openxmlformats.org/drawingml/2006/main">
              <a:ext uri="{FF2B5EF4-FFF2-40B4-BE49-F238E27FC236}">
                <a16:creationId xmlns:a16="http://schemas.microsoft.com/office/drawing/2014/main" id="{BBEFF79F-CFF3-4C36-8201-2B66EC2F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363" y="5711231"/>
            <a:ext cx="409015" cy="17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360"/>
              <a:buFont typeface="Noto Sans"/>
              <a:buNone/>
            </a:pPr>
            <a:r>
              <a:rPr sz="1360" b="1" i="0" u="none" strike="noStrike" cap="none">
                <a:solidFill>
                  <a:srgbClr val="12B8C4"/>
                </a:solidFill>
                <a:latin typeface="Noto Sans"/>
                <a:ea typeface="Noto Sans"/>
                <a:cs typeface="Noto Sans"/>
              </a:rPr>
              <a:t>↓</a:t>
            </a:r>
            <a:endParaRPr sz="13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5" name="Google Shape;125;p4">
            <a:extLst xmlns:a="http://schemas.openxmlformats.org/drawingml/2006/main">
              <a:ext uri="{FF2B5EF4-FFF2-40B4-BE49-F238E27FC236}">
                <a16:creationId xmlns:a16="http://schemas.microsoft.com/office/drawing/2014/main" id="{A470F8FC-A774-44E5-B9AC-8440EB70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133772"/>
            <a:ext cx="12820649" cy="9925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중요한 것은 이상이 감지된 뒤, 기술문서에서 근거를 찾고 점검·조치에 필요한 정보를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작업자에게 전달하는 것입니다.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89947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5">
            <a:extLst xmlns:a="http://schemas.openxmlformats.org/drawingml/2006/main">
              <a:ext uri="{FF2B5EF4-FFF2-40B4-BE49-F238E27FC236}">
                <a16:creationId xmlns:a16="http://schemas.microsoft.com/office/drawing/2014/main" id="{72749A4D-6558-4797-83B4-22EB3B03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2" name="Google Shape;132;p5">
            <a:extLst xmlns:a="http://schemas.openxmlformats.org/drawingml/2006/main">
              <a:ext uri="{FF2B5EF4-FFF2-40B4-BE49-F238E27FC236}">
                <a16:creationId xmlns:a16="http://schemas.microsoft.com/office/drawing/2014/main" id="{74905692-C739-45F1-A5A4-A72B8C9D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3" name="Google Shape;133;p5">
            <a:extLst xmlns:a="http://schemas.openxmlformats.org/drawingml/2006/main">
              <a:ext uri="{FF2B5EF4-FFF2-40B4-BE49-F238E27FC236}">
                <a16:creationId xmlns:a16="http://schemas.microsoft.com/office/drawing/2014/main" id="{428421A4-0974-4CD7-A073-CDC2F0C0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4" name="Google Shape;134;p5">
            <a:extLst xmlns:a="http://schemas.openxmlformats.org/drawingml/2006/main">
              <a:ext uri="{FF2B5EF4-FFF2-40B4-BE49-F238E27FC236}">
                <a16:creationId xmlns:a16="http://schemas.microsoft.com/office/drawing/2014/main" id="{13D09344-3ED2-45F2-97EB-9F1934D3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5" name="Google Shape;135;p5">
            <a:extLst xmlns:a="http://schemas.openxmlformats.org/drawingml/2006/main">
              <a:ext uri="{FF2B5EF4-FFF2-40B4-BE49-F238E27FC236}">
                <a16:creationId xmlns:a16="http://schemas.microsoft.com/office/drawing/2014/main" id="{F2CA1FD3-6EB2-43D0-9469-98ED2187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6" name="Google Shape;136;p5">
            <a:extLst xmlns:a="http://schemas.openxmlformats.org/drawingml/2006/main">
              <a:ext uri="{FF2B5EF4-FFF2-40B4-BE49-F238E27FC236}">
                <a16:creationId xmlns:a16="http://schemas.microsoft.com/office/drawing/2014/main" id="{0FE43699-66E5-4092-875D-D31AE450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7" name="Google Shape;137;p5">
            <a:extLst xmlns:a="http://schemas.openxmlformats.org/drawingml/2006/main">
              <a:ext uri="{FF2B5EF4-FFF2-40B4-BE49-F238E27FC236}">
                <a16:creationId xmlns:a16="http://schemas.microsoft.com/office/drawing/2014/main" id="{9C34FB49-2D0F-4C8B-96E6-4011CF17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8" name="Google Shape;138;p5">
            <a:extLst xmlns:a="http://schemas.openxmlformats.org/drawingml/2006/main">
              <a:ext uri="{FF2B5EF4-FFF2-40B4-BE49-F238E27FC236}">
                <a16:creationId xmlns:a16="http://schemas.microsoft.com/office/drawing/2014/main" id="{BD1C7C24-B6A8-4664-858B-76B53630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9" name="Google Shape;139;p5">
            <a:extLst xmlns:a="http://schemas.openxmlformats.org/drawingml/2006/main">
              <a:ext uri="{FF2B5EF4-FFF2-40B4-BE49-F238E27FC236}">
                <a16:creationId xmlns:a16="http://schemas.microsoft.com/office/drawing/2014/main" id="{0A6EBF95-A3B6-4C0F-8FC7-092096F5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5">
            <a:extLst xmlns:a="http://schemas.openxmlformats.org/drawingml/2006/main">
              <a:ext uri="{FF2B5EF4-FFF2-40B4-BE49-F238E27FC236}">
                <a16:creationId xmlns:a16="http://schemas.microsoft.com/office/drawing/2014/main" id="{0496DFB9-EC99-4422-82D2-847E2914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997" y="1235202"/>
            <a:ext cx="1343373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5">
            <a:extLst xmlns:a="http://schemas.openxmlformats.org/drawingml/2006/main">
              <a:ext uri="{FF2B5EF4-FFF2-40B4-BE49-F238E27FC236}">
                <a16:creationId xmlns:a16="http://schemas.microsoft.com/office/drawing/2014/main" id="{B7CA6B11-1B1E-4E92-B925-7C4B182D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Google Shape;142;p5">
            <a:extLst xmlns:a="http://schemas.openxmlformats.org/drawingml/2006/main">
              <a:ext uri="{FF2B5EF4-FFF2-40B4-BE49-F238E27FC236}">
                <a16:creationId xmlns:a16="http://schemas.microsoft.com/office/drawing/2014/main" id="{8EDA8D6D-A0C6-4631-A6D0-BFC990DA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분리된 진단 과정을 하나의 AI Agent Workflow로.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3" name="Google Shape;143;p5">
            <a:extLst xmlns:a="http://schemas.openxmlformats.org/drawingml/2006/main">
              <a:ext uri="{FF2B5EF4-FFF2-40B4-BE49-F238E27FC236}">
                <a16:creationId xmlns:a16="http://schemas.microsoft.com/office/drawing/2014/main" id="{06B0CB67-C5C1-4094-A20A-C88353BD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24460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해결 방안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4" name="Google Shape;144;p5">
            <a:extLst xmlns:a="http://schemas.openxmlformats.org/drawingml/2006/main">
              <a:ext uri="{FF2B5EF4-FFF2-40B4-BE49-F238E27FC236}">
                <a16:creationId xmlns:a16="http://schemas.microsoft.com/office/drawing/2014/main" id="{F220413D-90E4-42C7-9798-196E0016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Google Shape;145;p5">
            <a:extLst xmlns:a="http://schemas.openxmlformats.org/drawingml/2006/main">
              <a:ext uri="{FF2B5EF4-FFF2-40B4-BE49-F238E27FC236}">
                <a16:creationId xmlns:a16="http://schemas.microsoft.com/office/drawing/2014/main" id="{D7BF1DD6-0034-4B34-BBFA-3CAF554F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Google Shape;146;p5">
            <a:extLst xmlns:a="http://schemas.openxmlformats.org/drawingml/2006/main">
              <a:ext uri="{FF2B5EF4-FFF2-40B4-BE49-F238E27FC236}">
                <a16:creationId xmlns:a16="http://schemas.microsoft.com/office/drawing/2014/main" id="{E4C5AA84-0B10-4BB1-9B6B-CF5A9DF8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90725"/>
            <a:ext cx="2319762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Google Shape;147;p5">
            <a:extLst xmlns:a="http://schemas.openxmlformats.org/drawingml/2006/main">
              <a:ext uri="{FF2B5EF4-FFF2-40B4-BE49-F238E27FC236}">
                <a16:creationId xmlns:a16="http://schemas.microsoft.com/office/drawing/2014/main" id="{7B6FF126-D01E-4A47-B12A-A40D740E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987" y="240982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Google Shape;148;p5">
            <a:extLst xmlns:a="http://schemas.openxmlformats.org/drawingml/2006/main">
              <a:ext uri="{FF2B5EF4-FFF2-40B4-BE49-F238E27FC236}">
                <a16:creationId xmlns:a16="http://schemas.microsoft.com/office/drawing/2014/main" id="{13252DAB-ABD4-4495-B630-32270C8E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0498" y="1990725"/>
            <a:ext cx="2676589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Google Shape;149;p5">
            <a:extLst xmlns:a="http://schemas.openxmlformats.org/drawingml/2006/main">
              <a:ext uri="{FF2B5EF4-FFF2-40B4-BE49-F238E27FC236}">
                <a16:creationId xmlns:a16="http://schemas.microsoft.com/office/drawing/2014/main" id="{C2EA251D-8F82-49ED-9128-753CBBB8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4390" y="2409825"/>
            <a:ext cx="255071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Google Shape;150;p5">
            <a:extLst xmlns:a="http://schemas.openxmlformats.org/drawingml/2006/main">
              <a:ext uri="{FF2B5EF4-FFF2-40B4-BE49-F238E27FC236}">
                <a16:creationId xmlns:a16="http://schemas.microsoft.com/office/drawing/2014/main" id="{46CA917C-0FC8-4F9C-AB90-20708447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360" y="1990725"/>
            <a:ext cx="1892399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Google Shape;151;p5">
            <a:extLst xmlns:a="http://schemas.openxmlformats.org/drawingml/2006/main">
              <a:ext uri="{FF2B5EF4-FFF2-40B4-BE49-F238E27FC236}">
                <a16:creationId xmlns:a16="http://schemas.microsoft.com/office/drawing/2014/main" id="{FC4B30F7-FFF2-42B8-A5C2-B184FE59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974" y="1990725"/>
            <a:ext cx="1239990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Google Shape;152;p5">
            <a:extLst xmlns:a="http://schemas.openxmlformats.org/drawingml/2006/main">
              <a:ext uri="{FF2B5EF4-FFF2-40B4-BE49-F238E27FC236}">
                <a16:creationId xmlns:a16="http://schemas.microsoft.com/office/drawing/2014/main" id="{CF1269F8-1571-4477-ADA2-A86A4D4F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4618" y="2226000"/>
            <a:ext cx="1733550" cy="540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정상</a:t>
            </a:r>
            <a:endParaRPr sz="18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Normal</a:t>
            </a:r>
            <a:endParaRPr sz="12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53" name="Google Shape;153;p5">
            <a:extLst xmlns:a="http://schemas.openxmlformats.org/drawingml/2006/main">
              <a:ext uri="{FF2B5EF4-FFF2-40B4-BE49-F238E27FC236}">
                <a16:creationId xmlns:a16="http://schemas.microsoft.com/office/drawing/2014/main" id="{5714CD9C-5641-44C7-A2C5-BCAE5193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469" y="240982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Google Shape;154;p5">
            <a:extLst xmlns:a="http://schemas.openxmlformats.org/drawingml/2006/main">
              <a:ext uri="{FF2B5EF4-FFF2-40B4-BE49-F238E27FC236}">
                <a16:creationId xmlns:a16="http://schemas.microsoft.com/office/drawing/2014/main" id="{2A6DF2C3-DA52-444E-A756-165E8CDD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4" y="1990725"/>
            <a:ext cx="2419351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Google Shape;155;p5">
            <a:extLst xmlns:a="http://schemas.openxmlformats.org/drawingml/2006/main">
              <a:ext uri="{FF2B5EF4-FFF2-40B4-BE49-F238E27FC236}">
                <a16:creationId xmlns:a16="http://schemas.microsoft.com/office/drawing/2014/main" id="{E11E0A14-F3A0-4F29-B9C7-4B6F1D12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198" y="2226000"/>
            <a:ext cx="2286002" cy="534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RAG·후속 진단 생략</a:t>
            </a:r>
            <a:endParaRPr sz="18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Normal Path</a:t>
            </a:r>
            <a:endParaRPr sz="12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56" name="Google Shape;156;p5">
            <a:extLst xmlns:a="http://schemas.openxmlformats.org/drawingml/2006/main">
              <a:ext uri="{FF2B5EF4-FFF2-40B4-BE49-F238E27FC236}">
                <a16:creationId xmlns:a16="http://schemas.microsoft.com/office/drawing/2014/main" id="{69C94F49-AB22-42EF-A926-4DA22B0F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2975" y="240982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Google Shape;157;p5">
            <a:extLst xmlns:a="http://schemas.openxmlformats.org/drawingml/2006/main">
              <a:ext uri="{FF2B5EF4-FFF2-40B4-BE49-F238E27FC236}">
                <a16:creationId xmlns:a16="http://schemas.microsoft.com/office/drawing/2014/main" id="{121D2A4E-BD27-4026-9732-BD3C900B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1990725"/>
            <a:ext cx="2000250" cy="952500"/>
          </a:xfrm>
          <a:prstGeom xmlns:a="http://schemas.openxmlformats.org/drawingml/2006/main" prst="roundRect">
            <a:avLst>
              <a:gd name="adj" fmla="val 11520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Google Shape;158;p5">
            <a:extLst xmlns:a="http://schemas.openxmlformats.org/drawingml/2006/main">
              <a:ext uri="{FF2B5EF4-FFF2-40B4-BE49-F238E27FC236}">
                <a16:creationId xmlns:a16="http://schemas.microsoft.com/office/drawing/2014/main" id="{8BFDA5DD-8E3D-4F73-9D13-94D6A225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4" y="2226000"/>
            <a:ext cx="20097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정상 결과 보고서</a:t>
            </a:r>
            <a:endParaRPr sz="18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Normal Report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Google Shape;159;p5">
            <a:extLst xmlns:a="http://schemas.openxmlformats.org/drawingml/2006/main">
              <a:ext uri="{FF2B5EF4-FFF2-40B4-BE49-F238E27FC236}">
                <a16:creationId xmlns:a16="http://schemas.microsoft.com/office/drawing/2014/main" id="{C492A115-D9B0-4F45-B772-7CB514CE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43225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Google Shape;160;p5">
            <a:extLst xmlns:a="http://schemas.openxmlformats.org/drawingml/2006/main">
              <a:ext uri="{FF2B5EF4-FFF2-40B4-BE49-F238E27FC236}">
                <a16:creationId xmlns:a16="http://schemas.microsoft.com/office/drawing/2014/main" id="{BC9F21E4-D656-48A5-B088-1EEF00FF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19475"/>
            <a:ext cx="506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Google Shape;161;p5">
            <a:extLst xmlns:a="http://schemas.openxmlformats.org/drawingml/2006/main">
              <a:ext uri="{FF2B5EF4-FFF2-40B4-BE49-F238E27FC236}">
                <a16:creationId xmlns:a16="http://schemas.microsoft.com/office/drawing/2014/main" id="{BEE74A69-A750-4160-83FC-9989FF08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50" y="3419475"/>
            <a:ext cx="51459" cy="282045"/>
          </a:xfrm>
          <a:prstGeom xmlns:a="http://schemas.openxmlformats.org/drawingml/2006/main" prst="down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Google Shape;162;p5">
            <a:extLst xmlns:a="http://schemas.openxmlformats.org/drawingml/2006/main">
              <a:ext uri="{FF2B5EF4-FFF2-40B4-BE49-F238E27FC236}">
                <a16:creationId xmlns:a16="http://schemas.microsoft.com/office/drawing/2014/main" id="{76DFB654-82D5-4A00-99D5-56045A03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90950"/>
            <a:ext cx="1748516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Google Shape;163;p5">
            <a:extLst xmlns:a="http://schemas.openxmlformats.org/drawingml/2006/main">
              <a:ext uri="{FF2B5EF4-FFF2-40B4-BE49-F238E27FC236}">
                <a16:creationId xmlns:a16="http://schemas.microsoft.com/office/drawing/2014/main" id="{B236CFE9-192B-43DF-A015-B33BAB2C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20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Google Shape;164;p5">
            <a:extLst xmlns:a="http://schemas.openxmlformats.org/drawingml/2006/main">
              <a:ext uri="{FF2B5EF4-FFF2-40B4-BE49-F238E27FC236}">
                <a16:creationId xmlns:a16="http://schemas.microsoft.com/office/drawing/2014/main" id="{8D952226-68C8-4F67-9E87-8344D298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4" y="3790950"/>
            <a:ext cx="1116337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Google Shape;165;p5">
            <a:extLst xmlns:a="http://schemas.openxmlformats.org/drawingml/2006/main">
              <a:ext uri="{FF2B5EF4-FFF2-40B4-BE49-F238E27FC236}">
                <a16:creationId xmlns:a16="http://schemas.microsoft.com/office/drawing/2014/main" id="{1A86A314-A1D1-41AA-B643-C6ECAB7F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378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Google Shape;166;p5">
            <a:extLst xmlns:a="http://schemas.openxmlformats.org/drawingml/2006/main">
              <a:ext uri="{FF2B5EF4-FFF2-40B4-BE49-F238E27FC236}">
                <a16:creationId xmlns:a16="http://schemas.microsoft.com/office/drawing/2014/main" id="{9262AA14-1862-4A4A-8C9A-B83B212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668" y="3790950"/>
            <a:ext cx="1863624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Google Shape;167;p5">
            <a:extLst xmlns:a="http://schemas.openxmlformats.org/drawingml/2006/main">
              <a:ext uri="{FF2B5EF4-FFF2-40B4-BE49-F238E27FC236}">
                <a16:creationId xmlns:a16="http://schemas.microsoft.com/office/drawing/2014/main" id="{39731091-B279-4EF1-A34C-B38ECFBD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683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Google Shape;168;p5">
            <a:extLst xmlns:a="http://schemas.openxmlformats.org/drawingml/2006/main">
              <a:ext uri="{FF2B5EF4-FFF2-40B4-BE49-F238E27FC236}">
                <a16:creationId xmlns:a16="http://schemas.microsoft.com/office/drawing/2014/main" id="{D8A247A5-5971-463B-B678-A56DB708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42" y="3790950"/>
            <a:ext cx="1806136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Google Shape;169;p5">
            <a:extLst xmlns:a="http://schemas.openxmlformats.org/drawingml/2006/main">
              <a:ext uri="{FF2B5EF4-FFF2-40B4-BE49-F238E27FC236}">
                <a16:creationId xmlns:a16="http://schemas.microsoft.com/office/drawing/2014/main" id="{CB906456-C204-4117-AF83-8B5C366E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571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Google Shape;170;p5">
            <a:extLst xmlns:a="http://schemas.openxmlformats.org/drawingml/2006/main">
              <a:ext uri="{FF2B5EF4-FFF2-40B4-BE49-F238E27FC236}">
                <a16:creationId xmlns:a16="http://schemas.microsoft.com/office/drawing/2014/main" id="{A52A7F9F-DC76-40C1-A747-A478B17F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974" y="3790950"/>
            <a:ext cx="2033276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Google Shape;171;p5">
            <a:extLst xmlns:a="http://schemas.openxmlformats.org/drawingml/2006/main">
              <a:ext uri="{FF2B5EF4-FFF2-40B4-BE49-F238E27FC236}">
                <a16:creationId xmlns:a16="http://schemas.microsoft.com/office/drawing/2014/main" id="{37107DF8-57F0-4D8F-A051-3A838B47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Google Shape;172;p5">
            <a:extLst xmlns:a="http://schemas.openxmlformats.org/drawingml/2006/main">
              <a:ext uri="{FF2B5EF4-FFF2-40B4-BE49-F238E27FC236}">
                <a16:creationId xmlns:a16="http://schemas.microsoft.com/office/drawing/2014/main" id="{A96A9C0B-7E2D-4211-814E-C74B8E17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1666875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Google Shape;173;p5">
            <a:extLst xmlns:a="http://schemas.openxmlformats.org/drawingml/2006/main">
              <a:ext uri="{FF2B5EF4-FFF2-40B4-BE49-F238E27FC236}">
                <a16:creationId xmlns:a16="http://schemas.microsoft.com/office/drawing/2014/main" id="{1C2E272E-A0C7-4A8C-BAF8-9032DBAC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2975" y="425767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Google Shape;174;p5">
            <a:extLst xmlns:a="http://schemas.openxmlformats.org/drawingml/2006/main">
              <a:ext uri="{FF2B5EF4-FFF2-40B4-BE49-F238E27FC236}">
                <a16:creationId xmlns:a16="http://schemas.microsoft.com/office/drawing/2014/main" id="{68D03534-E05B-43D9-B639-F414EBC2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3790950"/>
            <a:ext cx="2000250" cy="1076325"/>
          </a:xfrm>
          <a:prstGeom xmlns:a="http://schemas.openxmlformats.org/drawingml/2006/main" prst="roundRect">
            <a:avLst>
              <a:gd name="adj" fmla="val 101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Google Shape;175;p5">
            <a:extLst xmlns:a="http://schemas.openxmlformats.org/drawingml/2006/main">
              <a:ext uri="{FF2B5EF4-FFF2-40B4-BE49-F238E27FC236}">
                <a16:creationId xmlns:a16="http://schemas.microsoft.com/office/drawing/2014/main" id="{CCCD7E35-F1AF-4BB3-AF23-BCF9BC9B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95900"/>
            <a:ext cx="4476750" cy="1581150"/>
          </a:xfrm>
          <a:prstGeom xmlns:a="http://schemas.openxmlformats.org/drawingml/2006/main" prst="roundRect">
            <a:avLst>
              <a:gd name="adj" fmla="val 92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Google Shape;176;p5">
            <a:extLst xmlns:a="http://schemas.openxmlformats.org/drawingml/2006/main">
              <a:ext uri="{FF2B5EF4-FFF2-40B4-BE49-F238E27FC236}">
                <a16:creationId xmlns:a16="http://schemas.microsoft.com/office/drawing/2014/main" id="{AEA8A375-6C61-4C94-BBE9-539CF3F4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4959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판단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Google Shape;177;p5">
            <a:extLst xmlns:a="http://schemas.openxmlformats.org/drawingml/2006/main">
              <a:ext uri="{FF2B5EF4-FFF2-40B4-BE49-F238E27FC236}">
                <a16:creationId xmlns:a16="http://schemas.microsoft.com/office/drawing/2014/main" id="{A6B89C02-947C-4348-A5EB-3435092A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6019800"/>
            <a:ext cx="4000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상태에 따라 다음 작업 자동 선택</a:t>
            </a:r>
            <a:endParaRPr sz="1950" b="0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78" name="Google Shape;178;p5">
            <a:extLst xmlns:a="http://schemas.openxmlformats.org/drawingml/2006/main">
              <a:ext uri="{FF2B5EF4-FFF2-40B4-BE49-F238E27FC236}">
                <a16:creationId xmlns:a16="http://schemas.microsoft.com/office/drawing/2014/main" id="{06F7EC7C-10C9-4EB3-9426-6DBDE9B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95900"/>
            <a:ext cx="4476750" cy="1581150"/>
          </a:xfrm>
          <a:prstGeom xmlns:a="http://schemas.openxmlformats.org/drawingml/2006/main" prst="roundRect">
            <a:avLst>
              <a:gd name="adj" fmla="val 92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Google Shape;179;p5">
            <a:extLst xmlns:a="http://schemas.openxmlformats.org/drawingml/2006/main">
              <a:ext uri="{FF2B5EF4-FFF2-40B4-BE49-F238E27FC236}">
                <a16:creationId xmlns:a16="http://schemas.microsoft.com/office/drawing/2014/main" id="{A4D6BFD2-1764-40E2-9645-C517B6AE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4959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근거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Google Shape;180;p5">
            <a:extLst xmlns:a="http://schemas.openxmlformats.org/drawingml/2006/main">
              <a:ext uri="{FF2B5EF4-FFF2-40B4-BE49-F238E27FC236}">
                <a16:creationId xmlns:a16="http://schemas.microsoft.com/office/drawing/2014/main" id="{9E5646F3-B125-40B8-8A19-1A85E404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6019800"/>
            <a:ext cx="4000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기술 문서 근거 기반 진단</a:t>
            </a:r>
            <a:endParaRPr sz="1950" b="0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81" name="Google Shape;181;p5">
            <a:extLst xmlns:a="http://schemas.openxmlformats.org/drawingml/2006/main">
              <a:ext uri="{FF2B5EF4-FFF2-40B4-BE49-F238E27FC236}">
                <a16:creationId xmlns:a16="http://schemas.microsoft.com/office/drawing/2014/main" id="{55AF0687-D053-494A-A14F-FF5EBC69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295900"/>
            <a:ext cx="4543424" cy="1581150"/>
          </a:xfrm>
          <a:prstGeom xmlns:a="http://schemas.openxmlformats.org/drawingml/2006/main" prst="roundRect">
            <a:avLst>
              <a:gd name="adj" fmla="val 92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Google Shape;182;p5">
            <a:extLst xmlns:a="http://schemas.openxmlformats.org/drawingml/2006/main">
              <a:ext uri="{FF2B5EF4-FFF2-40B4-BE49-F238E27FC236}">
                <a16:creationId xmlns:a16="http://schemas.microsoft.com/office/drawing/2014/main" id="{F52C2DB1-645B-4B2B-8944-796BA738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54959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행동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Google Shape;183;p5">
            <a:extLst xmlns:a="http://schemas.openxmlformats.org/drawingml/2006/main">
              <a:ext uri="{FF2B5EF4-FFF2-40B4-BE49-F238E27FC236}">
                <a16:creationId xmlns:a16="http://schemas.microsoft.com/office/drawing/2014/main" id="{8714DAEA-A329-4B76-98BB-1BC742BE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58" y="5402140"/>
            <a:ext cx="512034" cy="5120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84" name="Google Shape;184;p5">
            <a:extLst xmlns:a="http://schemas.openxmlformats.org/drawingml/2006/main">
              <a:ext uri="{FF2B5EF4-FFF2-40B4-BE49-F238E27FC236}">
                <a16:creationId xmlns:a16="http://schemas.microsoft.com/office/drawing/2014/main" id="{BCCBECFC-8571-40F8-98FF-C341FBB4CE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d1888e090f4f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611467" y="5530148"/>
            <a:ext cx="256017" cy="25601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5" name="Google Shape;185;p5">
            <a:extLst xmlns:a="http://schemas.openxmlformats.org/drawingml/2006/main">
              <a:ext uri="{FF2B5EF4-FFF2-40B4-BE49-F238E27FC236}">
                <a16:creationId xmlns:a16="http://schemas.microsoft.com/office/drawing/2014/main" id="{71944C79-9794-4B08-978C-83ADB2F9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334" y="5402140"/>
            <a:ext cx="512034" cy="5120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86" name="Google Shape;186;p5">
            <a:extLst xmlns:a="http://schemas.openxmlformats.org/drawingml/2006/main">
              <a:ext uri="{FF2B5EF4-FFF2-40B4-BE49-F238E27FC236}">
                <a16:creationId xmlns:a16="http://schemas.microsoft.com/office/drawing/2014/main" id="{6C883428-C4D9-4DCF-A7B5-A74762EE2D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d1083b37c948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326342" y="5530148"/>
            <a:ext cx="256017" cy="25601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7" name="Google Shape;187;p5">
            <a:extLst xmlns:a="http://schemas.openxmlformats.org/drawingml/2006/main">
              <a:ext uri="{FF2B5EF4-FFF2-40B4-BE49-F238E27FC236}">
                <a16:creationId xmlns:a16="http://schemas.microsoft.com/office/drawing/2014/main" id="{B0F1ACD7-38D1-4DF4-BB89-032B6E27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3209" y="5402140"/>
            <a:ext cx="512034" cy="5120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752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88" name="Google Shape;188;p5">
            <a:extLst xmlns:a="http://schemas.openxmlformats.org/drawingml/2006/main">
              <a:ext uri="{FF2B5EF4-FFF2-40B4-BE49-F238E27FC236}">
                <a16:creationId xmlns:a16="http://schemas.microsoft.com/office/drawing/2014/main" id="{EF923E38-7B42-483B-BA81-2CFB77E8A4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18417af7284c2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041218" y="5530148"/>
            <a:ext cx="256017" cy="25601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9" name="Google Shape;189;p5">
            <a:extLst xmlns:a="http://schemas.openxmlformats.org/drawingml/2006/main">
              <a:ext uri="{FF2B5EF4-FFF2-40B4-BE49-F238E27FC236}">
                <a16:creationId xmlns:a16="http://schemas.microsoft.com/office/drawing/2014/main" id="{65AD9D38-7C11-40E5-8140-0E767302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Google Shape;190;p5">
            <a:extLst xmlns:a="http://schemas.openxmlformats.org/drawingml/2006/main">
              <a:ext uri="{FF2B5EF4-FFF2-40B4-BE49-F238E27FC236}">
                <a16:creationId xmlns:a16="http://schemas.microsoft.com/office/drawing/2014/main" id="{57378AD7-B90E-4F03-90C7-60979F08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18" y="2226000"/>
            <a:ext cx="2012089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저장된 측정 Data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Recorded Measurement</a:t>
            </a:r>
            <a:endParaRPr sz="1200" b="1" i="0" u="none" strike="noStrike" cap="none">
              <a:solidFill>
                <a:srgbClr val="59595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1" name="Google Shape;191;p5">
            <a:extLst xmlns:a="http://schemas.openxmlformats.org/drawingml/2006/main">
              <a:ext uri="{FF2B5EF4-FFF2-40B4-BE49-F238E27FC236}">
                <a16:creationId xmlns:a16="http://schemas.microsoft.com/office/drawing/2014/main" id="{4B318C79-FD4E-4462-8C11-505110B0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3" y="4076851"/>
            <a:ext cx="1666355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RAG 기술근거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RAG Evidence</a:t>
            </a:r>
            <a:endParaRPr sz="12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2" name="Google Shape;192;p5">
            <a:extLst xmlns:a="http://schemas.openxmlformats.org/drawingml/2006/main">
              <a:ext uri="{FF2B5EF4-FFF2-40B4-BE49-F238E27FC236}">
                <a16:creationId xmlns:a16="http://schemas.microsoft.com/office/drawing/2014/main" id="{65D9E2C4-7733-486A-AEF8-5E9ED079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005" y="4076851"/>
            <a:ext cx="891591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진단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Diagnosis</a:t>
            </a:r>
            <a:endParaRPr sz="12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3" name="Google Shape;193;p5">
            <a:extLst xmlns:a="http://schemas.openxmlformats.org/drawingml/2006/main">
              <a:ext uri="{FF2B5EF4-FFF2-40B4-BE49-F238E27FC236}">
                <a16:creationId xmlns:a16="http://schemas.microsoft.com/office/drawing/2014/main" id="{92F698F4-A019-4903-9D9C-CFC1D1F3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5193" y="4060976"/>
            <a:ext cx="1733167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진단 근거 확인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Evidence verification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Google Shape;194;p5">
            <a:extLst xmlns:a="http://schemas.openxmlformats.org/drawingml/2006/main">
              <a:ext uri="{FF2B5EF4-FFF2-40B4-BE49-F238E27FC236}">
                <a16:creationId xmlns:a16="http://schemas.microsoft.com/office/drawing/2014/main" id="{462CE80E-8D8A-4657-9E24-D336925D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0798" y="4076851"/>
            <a:ext cx="1733168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점검 계획 수립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Inspection Plan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Google Shape;195;p5">
            <a:extLst xmlns:a="http://schemas.openxmlformats.org/drawingml/2006/main">
              <a:ext uri="{FF2B5EF4-FFF2-40B4-BE49-F238E27FC236}">
                <a16:creationId xmlns:a16="http://schemas.microsoft.com/office/drawing/2014/main" id="{22B34778-F7AC-48BA-A26E-A7DF4528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974" y="4076851"/>
            <a:ext cx="1995033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조치 권고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Action Recommendation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Google Shape;196;p5">
            <a:extLst xmlns:a="http://schemas.openxmlformats.org/drawingml/2006/main">
              <a:ext uri="{FF2B5EF4-FFF2-40B4-BE49-F238E27FC236}">
                <a16:creationId xmlns:a16="http://schemas.microsoft.com/office/drawing/2014/main" id="{DFF9CD7C-E989-4F63-852A-745CD3A9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755" y="4076851"/>
            <a:ext cx="1420582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사람의 확인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HITL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Google Shape;197;p5">
            <a:extLst xmlns:a="http://schemas.openxmlformats.org/drawingml/2006/main">
              <a:ext uri="{FF2B5EF4-FFF2-40B4-BE49-F238E27FC236}">
                <a16:creationId xmlns:a16="http://schemas.microsoft.com/office/drawing/2014/main" id="{EF2162D9-3309-4C89-9204-9C9E3F5D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0460" y="4076851"/>
            <a:ext cx="1420582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최종 보고서</a:t>
            </a:r>
            <a:endParaRPr sz="18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Final Report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Google Shape;198;p5">
            <a:extLst xmlns:a="http://schemas.openxmlformats.org/drawingml/2006/main">
              <a:ext uri="{FF2B5EF4-FFF2-40B4-BE49-F238E27FC236}">
                <a16:creationId xmlns:a16="http://schemas.microsoft.com/office/drawing/2014/main" id="{41C36400-EB83-437A-8A9C-C35408F4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116" y="3155031"/>
            <a:ext cx="906017" cy="5655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5CE"/>
              </a:buClr>
              <a:buSzPts val="1875"/>
              <a:buFont typeface="Malgun Gothic"/>
              <a:buNone/>
            </a:pPr>
            <a:r>
              <a:rPr sz="18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이상</a:t>
            </a:r>
            <a:endParaRPr sz="18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5CE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Abnormal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Google Shape;199;p5">
            <a:extLst xmlns:a="http://schemas.openxmlformats.org/drawingml/2006/main">
              <a:ext uri="{FF2B5EF4-FFF2-40B4-BE49-F238E27FC236}">
                <a16:creationId xmlns:a16="http://schemas.microsoft.com/office/drawing/2014/main" id="{403B09B7-8EDB-418F-BBCA-821F5944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302" y="7229475"/>
            <a:ext cx="13963997" cy="676275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Google Shape;200;p5">
            <a:extLst xmlns:a="http://schemas.openxmlformats.org/drawingml/2006/main">
              <a:ext uri="{FF2B5EF4-FFF2-40B4-BE49-F238E27FC236}">
                <a16:creationId xmlns:a16="http://schemas.microsoft.com/office/drawing/2014/main" id="{638F1DA7-D7B7-4A19-87ED-D7870020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710" y="7435068"/>
            <a:ext cx="106984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400"/>
              <a:buFont typeface="Noto Sans"/>
              <a:buNone/>
            </a:pPr>
            <a:r>
              <a:rPr sz="1400" b="1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정상 판정: 추가 진단이 필요한 이상 신호가 없어 빠르게 종료  |  이상 판정: 기술 근거를 찾아 진단·점검·조치로 진행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1" name="Google Shape;201;p5">
            <a:extLst xmlns:a="http://schemas.openxmlformats.org/drawingml/2006/main">
              <a:ext uri="{FF2B5EF4-FFF2-40B4-BE49-F238E27FC236}">
                <a16:creationId xmlns:a16="http://schemas.microsoft.com/office/drawing/2014/main" id="{A3D912F5-1761-40D8-B1A4-F8BC3C9E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062" y="2226000"/>
            <a:ext cx="2535438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ML Bearing 상태 판별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ML Classification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Google Shape;202;p5">
            <a:extLst xmlns:a="http://schemas.openxmlformats.org/drawingml/2006/main">
              <a:ext uri="{FF2B5EF4-FFF2-40B4-BE49-F238E27FC236}">
                <a16:creationId xmlns:a16="http://schemas.microsoft.com/office/drawing/2014/main" id="{01640C97-9D50-4CE9-8DF9-C9947202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8205" y="2226000"/>
            <a:ext cx="1629741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정상 / 이상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Normal / Abnormal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Google Shape;203;p5">
            <a:extLst xmlns:a="http://schemas.openxmlformats.org/drawingml/2006/main">
              <a:ext uri="{FF2B5EF4-FFF2-40B4-BE49-F238E27FC236}">
                <a16:creationId xmlns:a16="http://schemas.microsoft.com/office/drawing/2014/main" id="{467D6B36-3C4D-4679-8AB4-53471BCB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960" y="240982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Google Shape;204;p5">
            <a:extLst xmlns:a="http://schemas.openxmlformats.org/drawingml/2006/main">
              <a:ext uri="{FF2B5EF4-FFF2-40B4-BE49-F238E27FC236}">
                <a16:creationId xmlns:a16="http://schemas.microsoft.com/office/drawing/2014/main" id="{D32AFD4C-B3F0-4510-BCD3-B51C6803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6019800"/>
            <a:ext cx="4160113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AI는 점검 계획과 조치 방법을 제안하며,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중요한 결정은 작업자가 합니다.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85591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" name="Google Shape;210;p6">
            <a:extLst xmlns:a="http://schemas.openxmlformats.org/drawingml/2006/main">
              <a:ext uri="{FF2B5EF4-FFF2-40B4-BE49-F238E27FC236}">
                <a16:creationId xmlns:a16="http://schemas.microsoft.com/office/drawing/2014/main" id="{AB18E70A-8290-41A9-8A4C-F64A2A4F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1" name="Google Shape;211;p6">
            <a:extLst xmlns:a="http://schemas.openxmlformats.org/drawingml/2006/main">
              <a:ext uri="{FF2B5EF4-FFF2-40B4-BE49-F238E27FC236}">
                <a16:creationId xmlns:a16="http://schemas.microsoft.com/office/drawing/2014/main" id="{B4FCA4C7-A153-4E45-8E8F-6120BEAF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2" name="Google Shape;212;p6">
            <a:extLst xmlns:a="http://schemas.openxmlformats.org/drawingml/2006/main">
              <a:ext uri="{FF2B5EF4-FFF2-40B4-BE49-F238E27FC236}">
                <a16:creationId xmlns:a16="http://schemas.microsoft.com/office/drawing/2014/main" id="{6F0FCD7F-14AF-4C95-B147-BB8E5AEE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" name="Google Shape;213;p6">
            <a:extLst xmlns:a="http://schemas.openxmlformats.org/drawingml/2006/main">
              <a:ext uri="{FF2B5EF4-FFF2-40B4-BE49-F238E27FC236}">
                <a16:creationId xmlns:a16="http://schemas.microsoft.com/office/drawing/2014/main" id="{F7BEE079-B306-4490-8909-277A7DE9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4" name="Google Shape;214;p6">
            <a:extLst xmlns:a="http://schemas.openxmlformats.org/drawingml/2006/main">
              <a:ext uri="{FF2B5EF4-FFF2-40B4-BE49-F238E27FC236}">
                <a16:creationId xmlns:a16="http://schemas.microsoft.com/office/drawing/2014/main" id="{5FB4399C-B323-4DFB-8CAB-BBF69D7A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5" name="Google Shape;215;p6">
            <a:extLst xmlns:a="http://schemas.openxmlformats.org/drawingml/2006/main">
              <a:ext uri="{FF2B5EF4-FFF2-40B4-BE49-F238E27FC236}">
                <a16:creationId xmlns:a16="http://schemas.microsoft.com/office/drawing/2014/main" id="{7C724A07-8DDE-4318-9812-5B478FC8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6" name="Google Shape;216;p6">
            <a:extLst xmlns:a="http://schemas.openxmlformats.org/drawingml/2006/main">
              <a:ext uri="{FF2B5EF4-FFF2-40B4-BE49-F238E27FC236}">
                <a16:creationId xmlns:a16="http://schemas.microsoft.com/office/drawing/2014/main" id="{B014BB65-DD82-4F53-AC02-19FBA683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7" name="Google Shape;217;p6">
            <a:extLst xmlns:a="http://schemas.openxmlformats.org/drawingml/2006/main">
              <a:ext uri="{FF2B5EF4-FFF2-40B4-BE49-F238E27FC236}">
                <a16:creationId xmlns:a16="http://schemas.microsoft.com/office/drawing/2014/main" id="{200FEEC4-2A2E-4E13-9891-55F5F629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8" name="Google Shape;218;p6">
            <a:extLst xmlns:a="http://schemas.openxmlformats.org/drawingml/2006/main">
              <a:ext uri="{FF2B5EF4-FFF2-40B4-BE49-F238E27FC236}">
                <a16:creationId xmlns:a16="http://schemas.microsoft.com/office/drawing/2014/main" id="{1697664C-73ED-4E28-9664-785A6328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9" name="Google Shape;219;p6">
            <a:extLst xmlns:a="http://schemas.openxmlformats.org/drawingml/2006/main">
              <a:ext uri="{FF2B5EF4-FFF2-40B4-BE49-F238E27FC236}">
                <a16:creationId xmlns:a16="http://schemas.microsoft.com/office/drawing/2014/main" id="{E8E01486-0224-475F-B3AE-7CD8D47C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014" y="1235202"/>
            <a:ext cx="1824256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0" name="Google Shape;220;p6">
            <a:extLst xmlns:a="http://schemas.openxmlformats.org/drawingml/2006/main">
              <a:ext uri="{FF2B5EF4-FFF2-40B4-BE49-F238E27FC236}">
                <a16:creationId xmlns:a16="http://schemas.microsoft.com/office/drawing/2014/main" id="{D876C6B1-4F66-4E7B-AE08-51C688FE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5232"/>
            <a:ext cx="3459070" cy="146304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E3E9F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1" name="Google Shape;221;p6">
            <a:extLst xmlns:a="http://schemas.openxmlformats.org/drawingml/2006/main">
              <a:ext uri="{FF2B5EF4-FFF2-40B4-BE49-F238E27FC236}">
                <a16:creationId xmlns:a16="http://schemas.microsoft.com/office/drawing/2014/main" id="{AAE73C08-ACCD-46B8-A314-FD5858ED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1534" y="5285232"/>
            <a:ext cx="9384091" cy="146304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2" name="Google Shape;222;p6">
            <a:extLst xmlns:a="http://schemas.openxmlformats.org/drawingml/2006/main">
              <a:ext uri="{FF2B5EF4-FFF2-40B4-BE49-F238E27FC236}">
                <a16:creationId xmlns:a16="http://schemas.microsoft.com/office/drawing/2014/main" id="{E737688A-5EA6-467C-9738-DA12A93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Google Shape;223;p6">
            <a:extLst xmlns:a="http://schemas.openxmlformats.org/drawingml/2006/main">
              <a:ext uri="{FF2B5EF4-FFF2-40B4-BE49-F238E27FC236}">
                <a16:creationId xmlns:a16="http://schemas.microsoft.com/office/drawing/2014/main" id="{D048D9AA-C4C3-4191-9DBE-955FDB1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왜 이것이 AI Agent인가?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Google Shape;224;p6">
            <a:extLst xmlns:a="http://schemas.openxmlformats.org/drawingml/2006/main">
              <a:ext uri="{FF2B5EF4-FFF2-40B4-BE49-F238E27FC236}">
                <a16:creationId xmlns:a16="http://schemas.microsoft.com/office/drawing/2014/main" id="{3275CAB9-B325-4899-88F8-BE13BB06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600" y="1245725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WHY AI AGENT?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Google Shape;225;p6">
            <a:extLst xmlns:a="http://schemas.openxmlformats.org/drawingml/2006/main">
              <a:ext uri="{FF2B5EF4-FFF2-40B4-BE49-F238E27FC236}">
                <a16:creationId xmlns:a16="http://schemas.microsoft.com/office/drawing/2014/main" id="{29F12099-8C29-46E7-8826-67011329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Google Shape;226;p6">
            <a:extLst xmlns:a="http://schemas.openxmlformats.org/drawingml/2006/main">
              <a:ext uri="{FF2B5EF4-FFF2-40B4-BE49-F238E27FC236}">
                <a16:creationId xmlns:a16="http://schemas.microsoft.com/office/drawing/2014/main" id="{4A4763EE-3319-4A23-8873-3BBEEEF4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Google Shape;227;p6">
            <a:extLst xmlns:a="http://schemas.openxmlformats.org/drawingml/2006/main">
              <a:ext uri="{FF2B5EF4-FFF2-40B4-BE49-F238E27FC236}">
                <a16:creationId xmlns:a16="http://schemas.microsoft.com/office/drawing/2014/main" id="{D97D528D-8F51-44E0-8A7D-2970CBE4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1927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Google Shape;228;p6">
            <a:extLst xmlns:a="http://schemas.openxmlformats.org/drawingml/2006/main">
              <a:ext uri="{FF2B5EF4-FFF2-40B4-BE49-F238E27FC236}">
                <a16:creationId xmlns:a16="http://schemas.microsoft.com/office/drawing/2014/main" id="{8B01AEC7-88BF-4BE3-9694-44E1087D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1927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Google Shape;229;p6">
            <a:extLst xmlns:a="http://schemas.openxmlformats.org/drawingml/2006/main">
              <a:ext uri="{FF2B5EF4-FFF2-40B4-BE49-F238E27FC236}">
                <a16:creationId xmlns:a16="http://schemas.microsoft.com/office/drawing/2014/main" id="{26D1AE4B-9D0D-46B8-A98C-83379D92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035" y="181927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Google Shape;230;p6">
            <a:extLst xmlns:a="http://schemas.openxmlformats.org/drawingml/2006/main">
              <a:ext uri="{FF2B5EF4-FFF2-40B4-BE49-F238E27FC236}">
                <a16:creationId xmlns:a16="http://schemas.microsoft.com/office/drawing/2014/main" id="{E4341EBF-D3BE-4098-91F8-361F9C02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1927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Google Shape;231;p6">
            <a:extLst xmlns:a="http://schemas.openxmlformats.org/drawingml/2006/main">
              <a:ext uri="{FF2B5EF4-FFF2-40B4-BE49-F238E27FC236}">
                <a16:creationId xmlns:a16="http://schemas.microsoft.com/office/drawing/2014/main" id="{F7E81641-BB59-405C-A1EE-58EE1CE5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181927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Google Shape;232;p6">
            <a:extLst xmlns:a="http://schemas.openxmlformats.org/drawingml/2006/main">
              <a:ext uri="{FF2B5EF4-FFF2-40B4-BE49-F238E27FC236}">
                <a16:creationId xmlns:a16="http://schemas.microsoft.com/office/drawing/2014/main" id="{1D537050-E9DA-4C6C-8DF7-63E6D457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181927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Google Shape;233;p6">
            <a:extLst xmlns:a="http://schemas.openxmlformats.org/drawingml/2006/main">
              <a:ext uri="{FF2B5EF4-FFF2-40B4-BE49-F238E27FC236}">
                <a16:creationId xmlns:a16="http://schemas.microsoft.com/office/drawing/2014/main" id="{D0181954-1DB4-4B53-98F2-0368BA0D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1472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Google Shape;234;p6">
            <a:extLst xmlns:a="http://schemas.openxmlformats.org/drawingml/2006/main">
              <a:ext uri="{FF2B5EF4-FFF2-40B4-BE49-F238E27FC236}">
                <a16:creationId xmlns:a16="http://schemas.microsoft.com/office/drawing/2014/main" id="{116BEB1B-2D70-4DAB-A0E6-7EE338F9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1472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Google Shape;235;p6">
            <a:extLst xmlns:a="http://schemas.openxmlformats.org/drawingml/2006/main">
              <a:ext uri="{FF2B5EF4-FFF2-40B4-BE49-F238E27FC236}">
                <a16:creationId xmlns:a16="http://schemas.microsoft.com/office/drawing/2014/main" id="{CACF9029-C72B-4BF5-A71B-D1F38C66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1472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Google Shape;236;p6">
            <a:extLst xmlns:a="http://schemas.openxmlformats.org/drawingml/2006/main">
              <a:ext uri="{FF2B5EF4-FFF2-40B4-BE49-F238E27FC236}">
                <a16:creationId xmlns:a16="http://schemas.microsoft.com/office/drawing/2014/main" id="{B38F0B58-DD7A-4306-9DE4-A3B622CE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1472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Google Shape;237;p6">
            <a:extLst xmlns:a="http://schemas.openxmlformats.org/drawingml/2006/main">
              <a:ext uri="{FF2B5EF4-FFF2-40B4-BE49-F238E27FC236}">
                <a16:creationId xmlns:a16="http://schemas.microsoft.com/office/drawing/2014/main" id="{625E3599-46D0-4345-B7E7-26328806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514725"/>
            <a:ext cx="4476750" cy="1466850"/>
          </a:xfrm>
          <a:prstGeom xmlns:a="http://schemas.openxmlformats.org/drawingml/2006/main" prst="roundRect">
            <a:avLst>
              <a:gd name="adj" fmla="val 31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Google Shape;238;p6">
            <a:extLst xmlns:a="http://schemas.openxmlformats.org/drawingml/2006/main">
              <a:ext uri="{FF2B5EF4-FFF2-40B4-BE49-F238E27FC236}">
                <a16:creationId xmlns:a16="http://schemas.microsoft.com/office/drawing/2014/main" id="{7E06E78F-7F6A-461B-9BB1-670374C3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514725"/>
            <a:ext cx="476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Google Shape;239;p6">
            <a:extLst xmlns:a="http://schemas.openxmlformats.org/drawingml/2006/main">
              <a:ext uri="{FF2B5EF4-FFF2-40B4-BE49-F238E27FC236}">
                <a16:creationId xmlns:a16="http://schemas.microsoft.com/office/drawing/2014/main" id="{0C747B76-F065-4D98-A608-EF5C1F7E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20" y="548640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일반 ChatGPT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Google Shape;240;p6">
            <a:extLst xmlns:a="http://schemas.openxmlformats.org/drawingml/2006/main">
              <a:ext uri="{FF2B5EF4-FFF2-40B4-BE49-F238E27FC236}">
                <a16:creationId xmlns:a16="http://schemas.microsoft.com/office/drawing/2014/main" id="{3B2E663A-5D5E-426E-9D14-7EA5E353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20" y="59436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Prompt → Answer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p6">
            <a:extLst xmlns:a="http://schemas.openxmlformats.org/drawingml/2006/main">
              <a:ext uri="{FF2B5EF4-FFF2-40B4-BE49-F238E27FC236}">
                <a16:creationId xmlns:a16="http://schemas.microsoft.com/office/drawing/2014/main" id="{EDB995A5-2234-4694-A909-85CF2911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2019" y="5641848"/>
            <a:ext cx="822960" cy="822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 cap="flat" cmpd="sng">
            <a:solidFill>
              <a:srgbClr val="00A6BF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2" name="Google Shape;242;p6">
            <a:extLst xmlns:a="http://schemas.openxmlformats.org/drawingml/2006/main">
              <a:ext uri="{FF2B5EF4-FFF2-40B4-BE49-F238E27FC236}">
                <a16:creationId xmlns:a16="http://schemas.microsoft.com/office/drawing/2014/main" id="{CD1D3456-44F6-4F0E-B6A3-B4AC59F2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6169" y="582930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sz="2250" b="1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VS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Google Shape;243;p6">
            <a:extLst xmlns:a="http://schemas.openxmlformats.org/drawingml/2006/main">
              <a:ext uri="{FF2B5EF4-FFF2-40B4-BE49-F238E27FC236}">
                <a16:creationId xmlns:a16="http://schemas.microsoft.com/office/drawing/2014/main" id="{8FC2FF22-9D1D-4ADB-9E88-714FAD18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486400"/>
            <a:ext cx="866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BDF1FB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Google Shape;244;p6">
            <a:extLst xmlns:a="http://schemas.openxmlformats.org/drawingml/2006/main">
              <a:ext uri="{FF2B5EF4-FFF2-40B4-BE49-F238E27FC236}">
                <a16:creationId xmlns:a16="http://schemas.microsoft.com/office/drawing/2014/main" id="{FB28811C-EC7A-4D9D-8048-821F5CBB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981700"/>
            <a:ext cx="904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Goal → Planning → Reasoning → Tool → Memory → Feedback → Action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Google Shape;245;p6">
            <a:extLst xmlns:a="http://schemas.openxmlformats.org/drawingml/2006/main">
              <a:ext uri="{FF2B5EF4-FFF2-40B4-BE49-F238E27FC236}">
                <a16:creationId xmlns:a16="http://schemas.microsoft.com/office/drawing/2014/main" id="{D8F44183-26C5-4508-86BC-3D32E8CC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86600"/>
            <a:ext cx="13916025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질문에 답만 하는 수준을 넘어, Bearing 상태를 판단하고 필요한 기능을 연결해 진단·점검·조치 과정을 수행하며,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중요한 조치는 작업자가 확인하도록 하는 AI Agent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6" name="Google Shape;246;p6">
            <a:extLst xmlns:a="http://schemas.openxmlformats.org/drawingml/2006/main">
              <a:ext uri="{FF2B5EF4-FFF2-40B4-BE49-F238E27FC236}">
                <a16:creationId xmlns:a16="http://schemas.microsoft.com/office/drawing/2014/main" id="{7BADBC95-418F-4760-9A5C-0FED6568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1448" y="7192518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47" name="Google Shape;247;p6">
            <a:extLst xmlns:a="http://schemas.openxmlformats.org/drawingml/2006/main">
              <a:ext uri="{FF2B5EF4-FFF2-40B4-BE49-F238E27FC236}">
                <a16:creationId xmlns:a16="http://schemas.microsoft.com/office/drawing/2014/main" id="{56B8E06C-7737-496E-ABA8-BDC4A77719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9629cc986745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9463" y="7320534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48" name="Google Shape;248;p6">
            <a:extLst xmlns:a="http://schemas.openxmlformats.org/drawingml/2006/main">
              <a:ext uri="{FF2B5EF4-FFF2-40B4-BE49-F238E27FC236}">
                <a16:creationId xmlns:a16="http://schemas.microsoft.com/office/drawing/2014/main" id="{8408F729-F81C-49B3-B955-DAA2CCA9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Google Shape;249;p6">
            <a:extLst xmlns:a="http://schemas.openxmlformats.org/drawingml/2006/main">
              <a:ext uri="{FF2B5EF4-FFF2-40B4-BE49-F238E27FC236}">
                <a16:creationId xmlns:a16="http://schemas.microsoft.com/office/drawing/2014/main" id="{0B17F7A4-B335-49BA-BF74-BE34BB8D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03" y="2031486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6CD3"/>
          </a:solidFill>
          <a:ln xmlns:a="http://schemas.openxmlformats.org/drawingml/2006/main" w="12700" cap="flat" cmpd="sng">
            <a:solidFill>
              <a:srgbClr val="2D6CD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Google Shape;250;p6">
            <a:extLst xmlns:a="http://schemas.openxmlformats.org/drawingml/2006/main">
              <a:ext uri="{FF2B5EF4-FFF2-40B4-BE49-F238E27FC236}">
                <a16:creationId xmlns:a16="http://schemas.microsoft.com/office/drawing/2014/main" id="{A600ED01-F591-40DB-B86C-FF77B262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843" y="1990725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500"/>
              <a:buFont typeface="Noto Sans"/>
              <a:buNone/>
            </a:pPr>
            <a:r>
              <a:rPr sz="1500" b="1" i="0" u="none" strike="noStrike" cap="none">
                <a:solidFill>
                  <a:srgbClr val="2D6CD3"/>
                </a:solidFill>
                <a:latin typeface="Noto Sans"/>
                <a:ea typeface="Noto Sans"/>
                <a:cs typeface="Noto Sans"/>
              </a:rPr>
              <a:t>목표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1" name="Google Shape;251;p6">
            <a:extLst xmlns:a="http://schemas.openxmlformats.org/drawingml/2006/main">
              <a:ext uri="{FF2B5EF4-FFF2-40B4-BE49-F238E27FC236}">
                <a16:creationId xmlns:a16="http://schemas.microsoft.com/office/drawing/2014/main" id="{C6CB244E-8A4B-4F24-A386-329D4EEB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4547" y="2031486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Google Shape;252;p6">
            <a:extLst xmlns:a="http://schemas.openxmlformats.org/drawingml/2006/main">
              <a:ext uri="{FF2B5EF4-FFF2-40B4-BE49-F238E27FC236}">
                <a16:creationId xmlns:a16="http://schemas.microsoft.com/office/drawing/2014/main" id="{56F54053-00BE-4E2E-887C-C8064C0E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0114" y="1990725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6BF"/>
              </a:buClr>
              <a:buSzPts val="1500"/>
              <a:buFont typeface="Noto Sans"/>
              <a:buNone/>
            </a:pPr>
            <a:r>
              <a:rPr sz="1500" b="1" i="0" u="none" strike="noStrike" cap="none">
                <a:solidFill>
                  <a:srgbClr val="00A6BF"/>
                </a:solidFill>
                <a:latin typeface="Noto Sans"/>
                <a:ea typeface="Noto Sans"/>
                <a:cs typeface="Noto Sans"/>
              </a:rPr>
              <a:t>계획</a:t>
            </a:r>
            <a:endParaRPr sz="1500" b="0" i="0" u="none" strike="noStrike" cap="none">
              <a:solidFill>
                <a:srgbClr val="00A6B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3" name="Google Shape;253;p6">
            <a:extLst xmlns:a="http://schemas.openxmlformats.org/drawingml/2006/main">
              <a:ext uri="{FF2B5EF4-FFF2-40B4-BE49-F238E27FC236}">
                <a16:creationId xmlns:a16="http://schemas.microsoft.com/office/drawing/2014/main" id="{41B40464-0C94-4576-AE71-93CF968D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747" y="2031486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6CD3"/>
          </a:solidFill>
          <a:ln xmlns:a="http://schemas.openxmlformats.org/drawingml/2006/main" w="12700" cap="flat" cmpd="sng">
            <a:solidFill>
              <a:srgbClr val="2D6CD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Google Shape;254;p6">
            <a:extLst xmlns:a="http://schemas.openxmlformats.org/drawingml/2006/main">
              <a:ext uri="{FF2B5EF4-FFF2-40B4-BE49-F238E27FC236}">
                <a16:creationId xmlns:a16="http://schemas.microsoft.com/office/drawing/2014/main" id="{C9E3D937-BF26-4F17-B781-15C0D52A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2314" y="1990725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500"/>
              <a:buFont typeface="Noto Sans"/>
              <a:buNone/>
            </a:pPr>
            <a:r>
              <a:rPr sz="1500" b="1" i="0" u="none" strike="noStrike" cap="none">
                <a:solidFill>
                  <a:srgbClr val="2D6CD3"/>
                </a:solidFill>
                <a:latin typeface="Noto Sans"/>
                <a:ea typeface="Noto Sans"/>
                <a:cs typeface="Noto Sans"/>
              </a:rPr>
              <a:t>근거 기반 판단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5" name="Google Shape;255;p6">
            <a:extLst xmlns:a="http://schemas.openxmlformats.org/drawingml/2006/main">
              <a:ext uri="{FF2B5EF4-FFF2-40B4-BE49-F238E27FC236}">
                <a16:creationId xmlns:a16="http://schemas.microsoft.com/office/drawing/2014/main" id="{F184E7CD-7218-4522-AC6E-D241AFBF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908" y="3726936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Google Shape;256;p6">
            <a:extLst xmlns:a="http://schemas.openxmlformats.org/drawingml/2006/main">
              <a:ext uri="{FF2B5EF4-FFF2-40B4-BE49-F238E27FC236}">
                <a16:creationId xmlns:a16="http://schemas.microsoft.com/office/drawing/2014/main" id="{FCF3F5B7-216E-4934-9032-CA314DE5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686175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6BF"/>
              </a:buClr>
              <a:buSzPts val="1500"/>
              <a:buFont typeface="Noto Sans"/>
              <a:buNone/>
            </a:pPr>
            <a:r>
              <a:rPr sz="1500" b="1" i="0" u="none" strike="noStrike" cap="none">
                <a:solidFill>
                  <a:srgbClr val="00A6BF"/>
                </a:solidFill>
                <a:latin typeface="Noto Sans"/>
                <a:ea typeface="Noto Sans"/>
                <a:cs typeface="Noto Sans"/>
              </a:rPr>
              <a:t>도구 사용</a:t>
            </a:r>
            <a:endParaRPr sz="1500" b="0" i="0" u="none" strike="noStrike" cap="none">
              <a:solidFill>
                <a:srgbClr val="00A6B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7" name="Google Shape;257;p6">
            <a:extLst xmlns:a="http://schemas.openxmlformats.org/drawingml/2006/main">
              <a:ext uri="{FF2B5EF4-FFF2-40B4-BE49-F238E27FC236}">
                <a16:creationId xmlns:a16="http://schemas.microsoft.com/office/drawing/2014/main" id="{D7A06A49-E580-4088-9F6D-060085D3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02" y="3727332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6CD3"/>
          </a:solidFill>
          <a:ln xmlns:a="http://schemas.openxmlformats.org/drawingml/2006/main" w="12700" cap="flat" cmpd="sng">
            <a:solidFill>
              <a:srgbClr val="2D6CD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Google Shape;258;p6">
            <a:extLst xmlns:a="http://schemas.openxmlformats.org/drawingml/2006/main">
              <a:ext uri="{FF2B5EF4-FFF2-40B4-BE49-F238E27FC236}">
                <a16:creationId xmlns:a16="http://schemas.microsoft.com/office/drawing/2014/main" id="{C23310BD-8619-43CE-B8CB-75BC588E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4042" y="3686571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500"/>
              <a:buFont typeface="Noto Sans"/>
              <a:buNone/>
            </a:pPr>
            <a:r>
              <a:rPr sz="1500" b="1" i="0" u="none" strike="noStrike" cap="none">
                <a:solidFill>
                  <a:srgbClr val="2D6CD3"/>
                </a:solidFill>
                <a:latin typeface="Noto Sans"/>
                <a:ea typeface="Noto Sans"/>
                <a:cs typeface="Noto Sans"/>
              </a:rPr>
              <a:t>기억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9" name="Google Shape;259;p6">
            <a:extLst xmlns:a="http://schemas.openxmlformats.org/drawingml/2006/main">
              <a:ext uri="{FF2B5EF4-FFF2-40B4-BE49-F238E27FC236}">
                <a16:creationId xmlns:a16="http://schemas.microsoft.com/office/drawing/2014/main" id="{6C5A84C8-129A-444F-86C5-9F0D3FE1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8025" y="3726936"/>
            <a:ext cx="238863" cy="2388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Google Shape;260;p6">
            <a:extLst xmlns:a="http://schemas.openxmlformats.org/drawingml/2006/main">
              <a:ext uri="{FF2B5EF4-FFF2-40B4-BE49-F238E27FC236}">
                <a16:creationId xmlns:a16="http://schemas.microsoft.com/office/drawing/2014/main" id="{7D91C6F7-7892-465D-9784-085E7488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3592" y="3686175"/>
            <a:ext cx="2822931" cy="3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strike="noStrike" cap="none">
                <a:solidFill>
                  <a:srgbClr val="00A6BF"/>
                </a:solidFill>
                <a:latin typeface="Noto Sans"/>
                <a:ea typeface="Noto Sans"/>
                <a:cs typeface="Noto Sans"/>
              </a:rPr>
              <a:t>작업자 확인 결과 반영</a:t>
            </a:r>
            <a:endParaRPr sz="1500" b="0" i="0" u="none" strike="noStrike" cap="none">
              <a:solidFill>
                <a:srgbClr val="00A6B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1" name="Google Shape;261;p6">
            <a:extLst xmlns:a="http://schemas.openxmlformats.org/drawingml/2006/main">
              <a:ext uri="{FF2B5EF4-FFF2-40B4-BE49-F238E27FC236}">
                <a16:creationId xmlns:a16="http://schemas.microsoft.com/office/drawing/2014/main" id="{8575754B-0E7B-47EF-9960-DAA7E21C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4" y="2642200"/>
            <a:ext cx="3765112" cy="425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Bearing 상태를 판별하고 작업자의 점검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정비 판단을 지원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2" name="Google Shape;262;p6">
            <a:extLst xmlns:a="http://schemas.openxmlformats.org/drawingml/2006/main">
              <a:ext uri="{FF2B5EF4-FFF2-40B4-BE49-F238E27FC236}">
                <a16:creationId xmlns:a16="http://schemas.microsoft.com/office/drawing/2014/main" id="{442D38E5-D000-47AD-8CB2-AE63C1AD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4" y="4214439"/>
            <a:ext cx="4498698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400"/>
              <a:buFont typeface="Malgun Gothic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ML 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 RAG 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 Chroma 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API 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 DB </a:t>
            </a:r>
            <a:r>
              <a:rPr sz="14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Data를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400"/>
              <a:buFont typeface="Malgun Gothic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실제로 사용 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3" name="Google Shape;263;p6">
            <a:extLst xmlns:a="http://schemas.openxmlformats.org/drawingml/2006/main">
              <a:ext uri="{FF2B5EF4-FFF2-40B4-BE49-F238E27FC236}">
                <a16:creationId xmlns:a16="http://schemas.microsoft.com/office/drawing/2014/main" id="{711CB461-19E0-4453-83BC-1CE976FD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827" y="2642200"/>
            <a:ext cx="4088874" cy="2564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400"/>
              <a:buFont typeface="Malgun Gothic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LangGraph가 단계 순서와 다음 작업을 관리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4" name="Google Shape;264;p6">
            <a:extLst xmlns:a="http://schemas.openxmlformats.org/drawingml/2006/main">
              <a:ext uri="{FF2B5EF4-FFF2-40B4-BE49-F238E27FC236}">
                <a16:creationId xmlns:a16="http://schemas.microsoft.com/office/drawing/2014/main" id="{1EB257B3-47A5-461A-B60C-C6433727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90" y="2642200"/>
            <a:ext cx="4435483" cy="434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400"/>
              <a:buFont typeface="Malgun Gothic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기술문서를 근거로 이상 원인을 파악하고,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400"/>
              <a:buFont typeface="Malgun Gothic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그 판단에 필요한 근거가 충분한지 확인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5" name="Google Shape;265;p6">
            <a:extLst xmlns:a="http://schemas.openxmlformats.org/drawingml/2006/main">
              <a:ext uri="{FF2B5EF4-FFF2-40B4-BE49-F238E27FC236}">
                <a16:creationId xmlns:a16="http://schemas.microsoft.com/office/drawing/2014/main" id="{F71F6EE9-93C7-455F-AEEC-A43B8E9D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827" y="4214439"/>
            <a:ext cx="4088874" cy="238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과거 진단 결과와 처리 이력을 저장하고 다시 확인</a:t>
            </a:r>
            <a:endParaRPr sz="1400" b="0" i="0" u="none" strike="noStrike" cap="none">
              <a:solidFill>
                <a:srgbClr val="18364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6" name="Google Shape;266;p6">
            <a:extLst xmlns:a="http://schemas.openxmlformats.org/drawingml/2006/main">
              <a:ext uri="{FF2B5EF4-FFF2-40B4-BE49-F238E27FC236}">
                <a16:creationId xmlns:a16="http://schemas.microsoft.com/office/drawing/2014/main" id="{3E02FBD2-531D-4A76-9262-230CB711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3604" y="4214439"/>
            <a:ext cx="3664839" cy="694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작업자가 중요 조치에 대해 선택한 승인·수정 요청·거절 결과를 현재 진행 중인 AI Agent Workflow에 반영</a:t>
            </a:r>
            <a:endParaRPr sz="1400" b="0" i="0" u="none" strike="noStrike" cap="none">
              <a:solidFill>
                <a:srgbClr val="18364D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771796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2" name="Google Shape;272;p7">
            <a:extLst xmlns:a="http://schemas.openxmlformats.org/drawingml/2006/main">
              <a:ext uri="{FF2B5EF4-FFF2-40B4-BE49-F238E27FC236}">
                <a16:creationId xmlns:a16="http://schemas.microsoft.com/office/drawing/2014/main" id="{957D7BDA-1096-4361-9DF5-F5A6CF16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3" name="Google Shape;273;p7">
            <a:extLst xmlns:a="http://schemas.openxmlformats.org/drawingml/2006/main">
              <a:ext uri="{FF2B5EF4-FFF2-40B4-BE49-F238E27FC236}">
                <a16:creationId xmlns:a16="http://schemas.microsoft.com/office/drawing/2014/main" id="{09983CCE-4AE4-43A3-A26D-5F405EEF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4" name="Google Shape;274;p7">
            <a:extLst xmlns:a="http://schemas.openxmlformats.org/drawingml/2006/main">
              <a:ext uri="{FF2B5EF4-FFF2-40B4-BE49-F238E27FC236}">
                <a16:creationId xmlns:a16="http://schemas.microsoft.com/office/drawing/2014/main" id="{660872FE-0227-4C02-A61E-E39225CE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5" name="Google Shape;275;p7">
            <a:extLst xmlns:a="http://schemas.openxmlformats.org/drawingml/2006/main">
              <a:ext uri="{FF2B5EF4-FFF2-40B4-BE49-F238E27FC236}">
                <a16:creationId xmlns:a16="http://schemas.microsoft.com/office/drawing/2014/main" id="{FE4CCA00-CD7C-41D3-BFAF-1F4D6462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6" name="Google Shape;276;p7">
            <a:extLst xmlns:a="http://schemas.openxmlformats.org/drawingml/2006/main">
              <a:ext uri="{FF2B5EF4-FFF2-40B4-BE49-F238E27FC236}">
                <a16:creationId xmlns:a16="http://schemas.microsoft.com/office/drawing/2014/main" id="{D0BDB2E6-3D91-4C5C-BCEE-80CF2F5C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7" name="Google Shape;277;p7">
            <a:extLst xmlns:a="http://schemas.openxmlformats.org/drawingml/2006/main">
              <a:ext uri="{FF2B5EF4-FFF2-40B4-BE49-F238E27FC236}">
                <a16:creationId xmlns:a16="http://schemas.microsoft.com/office/drawing/2014/main" id="{69D8872C-0CC2-4F0B-8BC7-07CB0C81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8" name="Google Shape;278;p7">
            <a:extLst xmlns:a="http://schemas.openxmlformats.org/drawingml/2006/main">
              <a:ext uri="{FF2B5EF4-FFF2-40B4-BE49-F238E27FC236}">
                <a16:creationId xmlns:a16="http://schemas.microsoft.com/office/drawing/2014/main" id="{C291DDBB-3111-4ECD-BDB5-914E6514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9" name="Google Shape;279;p7">
            <a:extLst xmlns:a="http://schemas.openxmlformats.org/drawingml/2006/main">
              <a:ext uri="{FF2B5EF4-FFF2-40B4-BE49-F238E27FC236}">
                <a16:creationId xmlns:a16="http://schemas.microsoft.com/office/drawing/2014/main" id="{4B24E477-20A4-4485-BF98-90E5E36D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0" name="Google Shape;280;p7">
            <a:extLst xmlns:a="http://schemas.openxmlformats.org/drawingml/2006/main">
              <a:ext uri="{FF2B5EF4-FFF2-40B4-BE49-F238E27FC236}">
                <a16:creationId xmlns:a16="http://schemas.microsoft.com/office/drawing/2014/main" id="{E01486A6-843C-4B14-86E5-C3B571FA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1" name="Google Shape;281;p7">
            <a:extLst xmlns:a="http://schemas.openxmlformats.org/drawingml/2006/main">
              <a:ext uri="{FF2B5EF4-FFF2-40B4-BE49-F238E27FC236}">
                <a16:creationId xmlns:a16="http://schemas.microsoft.com/office/drawing/2014/main" id="{9CC8E59B-5729-4965-8B09-EEA6BE4F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773" y="1235202"/>
            <a:ext cx="1902558" cy="31546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2" name="Google Shape;282;p7">
            <a:extLst xmlns:a="http://schemas.openxmlformats.org/drawingml/2006/main">
              <a:ext uri="{FF2B5EF4-FFF2-40B4-BE49-F238E27FC236}">
                <a16:creationId xmlns:a16="http://schemas.microsoft.com/office/drawing/2014/main" id="{706F6409-F169-4ABE-AB7E-496D8EDC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393639"/>
            <a:ext cx="3346704" cy="2471855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3" name="Google Shape;283;p7">
            <a:extLst xmlns:a="http://schemas.openxmlformats.org/drawingml/2006/main">
              <a:ext uri="{FF2B5EF4-FFF2-40B4-BE49-F238E27FC236}">
                <a16:creationId xmlns:a16="http://schemas.microsoft.com/office/drawing/2014/main" id="{2B939F8B-AE86-48CC-82CA-9317A09A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393639"/>
            <a:ext cx="3346704" cy="2471855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4" name="Google Shape;284;p7">
            <a:extLst xmlns:a="http://schemas.openxmlformats.org/drawingml/2006/main">
              <a:ext uri="{FF2B5EF4-FFF2-40B4-BE49-F238E27FC236}">
                <a16:creationId xmlns:a16="http://schemas.microsoft.com/office/drawing/2014/main" id="{0C7F87D9-451C-4CA1-AFD2-85091CB0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3393639"/>
            <a:ext cx="3346704" cy="2471855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5" name="Google Shape;285;p7">
            <a:extLst xmlns:a="http://schemas.openxmlformats.org/drawingml/2006/main">
              <a:ext uri="{FF2B5EF4-FFF2-40B4-BE49-F238E27FC236}">
                <a16:creationId xmlns:a16="http://schemas.microsoft.com/office/drawing/2014/main" id="{0947F579-43E7-4196-813B-C58F3D42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5408" y="3393639"/>
            <a:ext cx="3346704" cy="2471855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6" name="Google Shape;286;p7">
            <a:extLst xmlns:a="http://schemas.openxmlformats.org/drawingml/2006/main">
              <a:ext uri="{FF2B5EF4-FFF2-40B4-BE49-F238E27FC236}">
                <a16:creationId xmlns:a16="http://schemas.microsoft.com/office/drawing/2014/main" id="{5D2A9CDF-D1A2-4819-8360-039C86B2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Google Shape;287;p7">
            <a:extLst xmlns:a="http://schemas.openxmlformats.org/drawingml/2006/main">
              <a:ext uri="{FF2B5EF4-FFF2-40B4-BE49-F238E27FC236}">
                <a16:creationId xmlns:a16="http://schemas.microsoft.com/office/drawing/2014/main" id="{EFADF613-C883-463A-AE99-474DC445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실제 Data · ML · RAG · Agent를 하나로 연결.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88" name="Google Shape;288;p7">
            <a:extLst xmlns:a="http://schemas.openxmlformats.org/drawingml/2006/main">
              <a:ext uri="{FF2B5EF4-FFF2-40B4-BE49-F238E27FC236}">
                <a16:creationId xmlns:a16="http://schemas.microsoft.com/office/drawing/2014/main" id="{15588A25-5347-4D66-B82B-F420D816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50" y="1243475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핵심 구현 기술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89" name="Google Shape;289;p7">
            <a:extLst xmlns:a="http://schemas.openxmlformats.org/drawingml/2006/main">
              <a:ext uri="{FF2B5EF4-FFF2-40B4-BE49-F238E27FC236}">
                <a16:creationId xmlns:a16="http://schemas.microsoft.com/office/drawing/2014/main" id="{58B2A748-F8DC-4231-8493-B6563EFA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Google Shape;290;p7">
            <a:extLst xmlns:a="http://schemas.openxmlformats.org/drawingml/2006/main">
              <a:ext uri="{FF2B5EF4-FFF2-40B4-BE49-F238E27FC236}">
                <a16:creationId xmlns:a16="http://schemas.microsoft.com/office/drawing/2014/main" id="{C1F537F8-AE74-45D6-B26E-3817AD3E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1" name="Google Shape;291;p7">
            <a:extLst xmlns:a="http://schemas.openxmlformats.org/drawingml/2006/main">
              <a:ext uri="{FF2B5EF4-FFF2-40B4-BE49-F238E27FC236}">
                <a16:creationId xmlns:a16="http://schemas.microsoft.com/office/drawing/2014/main" id="{C77B1EC9-8ECC-408C-8518-CDCD2258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4"/>
            <a:ext cx="3343275" cy="1527809"/>
          </a:xfrm>
          <a:prstGeom xmlns:a="http://schemas.openxmlformats.org/drawingml/2006/main" prst="roundRect">
            <a:avLst>
              <a:gd name="adj" fmla="val 10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2" name="Google Shape;292;p7">
            <a:extLst xmlns:a="http://schemas.openxmlformats.org/drawingml/2006/main">
              <a:ext uri="{FF2B5EF4-FFF2-40B4-BE49-F238E27FC236}">
                <a16:creationId xmlns:a16="http://schemas.microsoft.com/office/drawing/2014/main" id="{882E8B3D-B333-47BA-9289-DA668DF7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61185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sz="3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240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3" name="Google Shape;293;p7">
            <a:extLst xmlns:a="http://schemas.openxmlformats.org/drawingml/2006/main">
              <a:ext uri="{FF2B5EF4-FFF2-40B4-BE49-F238E27FC236}">
                <a16:creationId xmlns:a16="http://schemas.microsoft.com/office/drawing/2014/main" id="{4F074F12-0DD2-4F8A-B9C2-452AA707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4127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저장된 측정 Data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sz="7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 </a:t>
            </a:r>
            <a:endParaRPr sz="160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Measurements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" name="Google Shape;294;p7">
            <a:extLst xmlns:a="http://schemas.openxmlformats.org/drawingml/2006/main">
              <a:ext uri="{FF2B5EF4-FFF2-40B4-BE49-F238E27FC236}">
                <a16:creationId xmlns:a16="http://schemas.microsoft.com/office/drawing/2014/main" id="{1D9CCB3E-3C9F-4B71-A424-D05C3A97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781174"/>
            <a:ext cx="3343275" cy="1527809"/>
          </a:xfrm>
          <a:prstGeom xmlns:a="http://schemas.openxmlformats.org/drawingml/2006/main" prst="roundRect">
            <a:avLst>
              <a:gd name="adj" fmla="val 10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5" name="Google Shape;295;p7">
            <a:extLst xmlns:a="http://schemas.openxmlformats.org/drawingml/2006/main">
              <a:ext uri="{FF2B5EF4-FFF2-40B4-BE49-F238E27FC236}">
                <a16:creationId xmlns:a16="http://schemas.microsoft.com/office/drawing/2014/main" id="{2FC40D4D-3F65-4832-83A1-04EA2BBE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70" y="1861185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sz="3600" b="1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36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6" name="Google Shape;296;p7">
            <a:extLst xmlns:a="http://schemas.openxmlformats.org/drawingml/2006/main">
              <a:ext uri="{FF2B5EF4-FFF2-40B4-BE49-F238E27FC236}">
                <a16:creationId xmlns:a16="http://schemas.microsoft.com/office/drawing/2014/main" id="{DD698296-F47E-4600-8C8B-7C9C893D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4127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ML 입력 특징 값(Feature)</a:t>
            </a:r>
            <a:endParaRPr sz="7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3채널 x 12개</a:t>
            </a:r>
            <a:endParaRPr sz="140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97" name="Google Shape;297;p7">
            <a:extLst xmlns:a="http://schemas.openxmlformats.org/drawingml/2006/main">
              <a:ext uri="{FF2B5EF4-FFF2-40B4-BE49-F238E27FC236}">
                <a16:creationId xmlns:a16="http://schemas.microsoft.com/office/drawing/2014/main" id="{7D6F22B8-27E9-4DDA-A54E-EF3082DF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81174"/>
            <a:ext cx="3343275" cy="1527809"/>
          </a:xfrm>
          <a:prstGeom xmlns:a="http://schemas.openxmlformats.org/drawingml/2006/main" prst="roundRect">
            <a:avLst>
              <a:gd name="adj" fmla="val 10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8" name="Google Shape;298;p7">
            <a:extLst xmlns:a="http://schemas.openxmlformats.org/drawingml/2006/main">
              <a:ext uri="{FF2B5EF4-FFF2-40B4-BE49-F238E27FC236}">
                <a16:creationId xmlns:a16="http://schemas.microsoft.com/office/drawing/2014/main" id="{0AAABCA0-7A08-4EB9-8280-97CB7DDB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835" y="1861185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sz="3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p7">
            <a:extLst xmlns:a="http://schemas.openxmlformats.org/drawingml/2006/main">
              <a:ext uri="{FF2B5EF4-FFF2-40B4-BE49-F238E27FC236}">
                <a16:creationId xmlns:a16="http://schemas.microsoft.com/office/drawing/2014/main" id="{2FE16F5B-7B04-47EC-B23A-725D4877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54127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기술 문서</a:t>
            </a:r>
            <a:endParaRPr sz="1725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sz="7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Paderborn + SKF</a:t>
            </a:r>
            <a:endParaRPr sz="140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00" name="Google Shape;300;p7">
            <a:extLst xmlns:a="http://schemas.openxmlformats.org/drawingml/2006/main">
              <a:ext uri="{FF2B5EF4-FFF2-40B4-BE49-F238E27FC236}">
                <a16:creationId xmlns:a16="http://schemas.microsoft.com/office/drawing/2014/main" id="{E1559318-0521-41DD-B797-78F7B171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1781174"/>
            <a:ext cx="3343275" cy="1527809"/>
          </a:xfrm>
          <a:prstGeom xmlns:a="http://schemas.openxmlformats.org/drawingml/2006/main" prst="roundRect">
            <a:avLst>
              <a:gd name="adj" fmla="val 10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" name="Google Shape;301;p7">
            <a:extLst xmlns:a="http://schemas.openxmlformats.org/drawingml/2006/main">
              <a:ext uri="{FF2B5EF4-FFF2-40B4-BE49-F238E27FC236}">
                <a16:creationId xmlns:a16="http://schemas.microsoft.com/office/drawing/2014/main" id="{682F3E1A-A3F3-485E-A391-0F7CF29C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7039" y="1861185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sz="3600" b="1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183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p7">
            <a:extLst xmlns:a="http://schemas.openxmlformats.org/drawingml/2006/main">
              <a:ext uri="{FF2B5EF4-FFF2-40B4-BE49-F238E27FC236}">
                <a16:creationId xmlns:a16="http://schemas.microsoft.com/office/drawing/2014/main" id="{1CD37CA5-3CF4-441B-97AD-1F8BB211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8100" y="254127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문서 조각 (Chunk)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sz="7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Vectorized Chunk</a:t>
            </a:r>
            <a:endParaRPr sz="160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03" name="Google Shape;303;p7">
            <a:extLst xmlns:a="http://schemas.openxmlformats.org/drawingml/2006/main">
              <a:ext uri="{FF2B5EF4-FFF2-40B4-BE49-F238E27FC236}">
                <a16:creationId xmlns:a16="http://schemas.microsoft.com/office/drawing/2014/main" id="{9598D46D-58E2-45C5-BFDA-B7E1DB7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28895"/>
            <a:ext cx="328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DATA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4" name="Google Shape;304;p7">
            <a:extLst xmlns:a="http://schemas.openxmlformats.org/drawingml/2006/main">
              <a:ext uri="{FF2B5EF4-FFF2-40B4-BE49-F238E27FC236}">
                <a16:creationId xmlns:a16="http://schemas.microsoft.com/office/drawing/2014/main" id="{CD913BC8-060A-4FD5-82AE-CAC9A6E4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56" y="3892701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Paderborn Bearing Data</a:t>
            </a:r>
            <a:endParaRPr sz="1600" b="1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Center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5" name="Google Shape;305;p7">
            <a:extLst xmlns:a="http://schemas.openxmlformats.org/drawingml/2006/main">
              <a:ext uri="{FF2B5EF4-FFF2-40B4-BE49-F238E27FC236}">
                <a16:creationId xmlns:a16="http://schemas.microsoft.com/office/drawing/2014/main" id="{C7A5D918-F859-4ECE-B26E-1FEC28A5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56" y="5061192"/>
            <a:ext cx="3333750" cy="256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대표 Bearing K001 · KA01 · KI01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6" name="Google Shape;306;p7">
            <a:extLst xmlns:a="http://schemas.openxmlformats.org/drawingml/2006/main">
              <a:ext uri="{FF2B5EF4-FFF2-40B4-BE49-F238E27FC236}">
                <a16:creationId xmlns:a16="http://schemas.microsoft.com/office/drawing/2014/main" id="{F8553C33-B5D0-4B3A-83D3-1DA23D74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55" y="5287171"/>
            <a:ext cx="3388233" cy="333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저장된 측정 Data를 시간 순서대로 재생(Replay)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7" name="Google Shape;307;p7">
            <a:extLst xmlns:a="http://schemas.openxmlformats.org/drawingml/2006/main">
              <a:ext uri="{FF2B5EF4-FFF2-40B4-BE49-F238E27FC236}">
                <a16:creationId xmlns:a16="http://schemas.microsoft.com/office/drawing/2014/main" id="{BE80764A-6AC8-4B67-9BB2-EC45E1B9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719" y="3528895"/>
            <a:ext cx="328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ML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8" name="Google Shape;308;p7">
            <a:extLst xmlns:a="http://schemas.openxmlformats.org/drawingml/2006/main">
              <a:ext uri="{FF2B5EF4-FFF2-40B4-BE49-F238E27FC236}">
                <a16:creationId xmlns:a16="http://schemas.microsoft.com/office/drawing/2014/main" id="{459A1122-015E-4C73-B692-56BB191E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518" y="3892701"/>
            <a:ext cx="3333750" cy="777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Random Forest Classifier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9" name="Google Shape;309;p7">
            <a:extLst xmlns:a="http://schemas.openxmlformats.org/drawingml/2006/main">
              <a:ext uri="{FF2B5EF4-FFF2-40B4-BE49-F238E27FC236}">
                <a16:creationId xmlns:a16="http://schemas.microsoft.com/office/drawing/2014/main" id="{3689BB07-9D25-477B-A468-9388EFB6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527155"/>
            <a:ext cx="328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RAG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p7">
            <a:extLst xmlns:a="http://schemas.openxmlformats.org/drawingml/2006/main">
              <a:ext uri="{FF2B5EF4-FFF2-40B4-BE49-F238E27FC236}">
                <a16:creationId xmlns:a16="http://schemas.microsoft.com/office/drawing/2014/main" id="{C51769BA-2C72-4078-B41C-ECE26E9D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1658" y="3892701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Chroma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(관련 기술문서를 찾는 검색 DB)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컬렉션: bearing_v1</a:t>
            </a:r>
            <a:endParaRPr sz="1600" b="1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1" name="Google Shape;311;p7">
            <a:extLst xmlns:a="http://schemas.openxmlformats.org/drawingml/2006/main">
              <a:ext uri="{FF2B5EF4-FFF2-40B4-BE49-F238E27FC236}">
                <a16:creationId xmlns:a16="http://schemas.microsoft.com/office/drawing/2014/main" id="{1D2FFFEF-D312-4AB9-98C8-F3B6AEE9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1658" y="482380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384차원 Hashing Vectorizer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(문서 내용을 384개의 숫자로 변환)</a:t>
            </a:r>
            <a:endParaRPr sz="12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2" name="Google Shape;312;p7">
            <a:extLst xmlns:a="http://schemas.openxmlformats.org/drawingml/2006/main">
              <a:ext uri="{FF2B5EF4-FFF2-40B4-BE49-F238E27FC236}">
                <a16:creationId xmlns:a16="http://schemas.microsoft.com/office/drawing/2014/main" id="{41A40CC1-1EA5-4663-B77F-E10A8515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5005" y="3528895"/>
            <a:ext cx="328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AI AGENT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3" name="Google Shape;313;p7">
            <a:extLst xmlns:a="http://schemas.openxmlformats.org/drawingml/2006/main">
              <a:ext uri="{FF2B5EF4-FFF2-40B4-BE49-F238E27FC236}">
                <a16:creationId xmlns:a16="http://schemas.microsoft.com/office/drawing/2014/main" id="{9582A4DA-0505-425E-9A23-51DE1E01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2324" y="3885418"/>
            <a:ext cx="3862961" cy="600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LangGraph 25개 처리단계 연결</a:t>
            </a:r>
            <a:endParaRPr sz="1600" b="1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4" name="Google Shape;314;p7">
            <a:extLst xmlns:a="http://schemas.openxmlformats.org/drawingml/2006/main">
              <a:ext uri="{FF2B5EF4-FFF2-40B4-BE49-F238E27FC236}">
                <a16:creationId xmlns:a16="http://schemas.microsoft.com/office/drawing/2014/main" id="{40548A60-7F67-4911-A30C-96869A05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4818458"/>
            <a:ext cx="3333750" cy="4704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Bearing의 상태에 따라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다음 작업을 자동 선택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5" name="Google Shape;315;p7">
            <a:extLst xmlns:a="http://schemas.openxmlformats.org/drawingml/2006/main">
              <a:ext uri="{FF2B5EF4-FFF2-40B4-BE49-F238E27FC236}">
                <a16:creationId xmlns:a16="http://schemas.microsoft.com/office/drawing/2014/main" id="{E3C6CCFE-C358-49FE-B336-50E37672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0269"/>
            <a:ext cx="14020800" cy="1800225"/>
          </a:xfrm>
          <a:prstGeom xmlns:a="http://schemas.openxmlformats.org/drawingml/2006/main" prst="roundRect">
            <a:avLst>
              <a:gd name="adj" fmla="val 81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6" name="Google Shape;316;p7">
            <a:extLst xmlns:a="http://schemas.openxmlformats.org/drawingml/2006/main">
              <a:ext uri="{FF2B5EF4-FFF2-40B4-BE49-F238E27FC236}">
                <a16:creationId xmlns:a16="http://schemas.microsoft.com/office/drawing/2014/main" id="{2059C805-EEBF-4D17-9791-527F99F2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052184"/>
            <a:ext cx="13430250" cy="92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7" name="Google Shape;317;p7">
            <a:extLst xmlns:a="http://schemas.openxmlformats.org/drawingml/2006/main">
              <a:ext uri="{FF2B5EF4-FFF2-40B4-BE49-F238E27FC236}">
                <a16:creationId xmlns:a16="http://schemas.microsoft.com/office/drawing/2014/main" id="{2CD1545D-9DA8-4FF1-A150-2FA5CA5F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71751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Train 180 / Test 60 Measurements · Train 718 / Test 239 분석 구간(Windows)</a:t>
            </a:r>
            <a:endParaRPr sz="160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8" name="Google Shape;318;p7">
            <a:extLst xmlns:a="http://schemas.openxmlformats.org/drawingml/2006/main">
              <a:ext uri="{FF2B5EF4-FFF2-40B4-BE49-F238E27FC236}">
                <a16:creationId xmlns:a16="http://schemas.microsoft.com/office/drawing/2014/main" id="{934ACE3D-5B5B-4034-AD67-F361A877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7070773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sz="21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Test F1 점수  = 1.0*</a:t>
            </a:r>
            <a:endParaRPr sz="21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(정상·이상 판별 성능 평가 지표)</a:t>
            </a:r>
            <a:endParaRPr sz="15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9" name="Google Shape;319;p7">
            <a:extLst xmlns:a="http://schemas.openxmlformats.org/drawingml/2006/main">
              <a:ext uri="{FF2B5EF4-FFF2-40B4-BE49-F238E27FC236}">
                <a16:creationId xmlns:a16="http://schemas.microsoft.com/office/drawing/2014/main" id="{9A409D5E-229D-4CB3-A409-7CFC175D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4882" y="1912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20" name="Google Shape;320;p7">
            <a:extLst xmlns:a="http://schemas.openxmlformats.org/drawingml/2006/main">
              <a:ext uri="{FF2B5EF4-FFF2-40B4-BE49-F238E27FC236}">
                <a16:creationId xmlns:a16="http://schemas.microsoft.com/office/drawing/2014/main" id="{9EAFC618-342E-47F8-A8CF-C9F15E7037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5aec5bd06b4d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396614" y="2053972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1" name="Google Shape;321;p7">
            <a:extLst xmlns:a="http://schemas.openxmlformats.org/drawingml/2006/main">
              <a:ext uri="{FF2B5EF4-FFF2-40B4-BE49-F238E27FC236}">
                <a16:creationId xmlns:a16="http://schemas.microsoft.com/office/drawing/2014/main" id="{02552D13-BFFA-41E6-ADA6-1AA95018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706" y="1912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22" name="Google Shape;322;p7">
            <a:extLst xmlns:a="http://schemas.openxmlformats.org/drawingml/2006/main">
              <a:ext uri="{FF2B5EF4-FFF2-40B4-BE49-F238E27FC236}">
                <a16:creationId xmlns:a16="http://schemas.microsoft.com/office/drawing/2014/main" id="{F5C02798-356D-48E5-81BC-C295A0C71E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0dbe9d13014ca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49438" y="2053972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3" name="Google Shape;323;p7">
            <a:extLst xmlns:a="http://schemas.openxmlformats.org/drawingml/2006/main">
              <a:ext uri="{FF2B5EF4-FFF2-40B4-BE49-F238E27FC236}">
                <a16:creationId xmlns:a16="http://schemas.microsoft.com/office/drawing/2014/main" id="{E9822E4B-A8E7-4ACD-83FF-4AF905A1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532" y="1912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24" name="Google Shape;324;p7">
            <a:extLst xmlns:a="http://schemas.openxmlformats.org/drawingml/2006/main">
              <a:ext uri="{FF2B5EF4-FFF2-40B4-BE49-F238E27FC236}">
                <a16:creationId xmlns:a16="http://schemas.microsoft.com/office/drawing/2014/main" id="{1745EBFC-DD67-4062-AA85-0FEB36F3B8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37cdd459c645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502264" y="2053972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5" name="Google Shape;325;p7">
            <a:extLst xmlns:a="http://schemas.openxmlformats.org/drawingml/2006/main">
              <a:ext uri="{FF2B5EF4-FFF2-40B4-BE49-F238E27FC236}">
                <a16:creationId xmlns:a16="http://schemas.microsoft.com/office/drawing/2014/main" id="{DC430429-8D0B-46E8-96DE-6B36E8EB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3357" y="1912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26" name="Google Shape;326;p7">
            <a:extLst xmlns:a="http://schemas.openxmlformats.org/drawingml/2006/main">
              <a:ext uri="{FF2B5EF4-FFF2-40B4-BE49-F238E27FC236}">
                <a16:creationId xmlns:a16="http://schemas.microsoft.com/office/drawing/2014/main" id="{8DFEAB8B-4C33-4513-9FF4-E60DB23E0E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63e4664fbe4f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055089" y="2053972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7" name="Google Shape;327;p7">
            <a:extLst xmlns:a="http://schemas.openxmlformats.org/drawingml/2006/main">
              <a:ext uri="{FF2B5EF4-FFF2-40B4-BE49-F238E27FC236}">
                <a16:creationId xmlns:a16="http://schemas.microsoft.com/office/drawing/2014/main" id="{9EFE9652-F3FC-42F9-A325-99A4DC36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6371" y="6112059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752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28" name="Google Shape;328;p7">
            <a:extLst xmlns:a="http://schemas.openxmlformats.org/drawingml/2006/main">
              <a:ext uri="{FF2B5EF4-FFF2-40B4-BE49-F238E27FC236}">
                <a16:creationId xmlns:a16="http://schemas.microsoft.com/office/drawing/2014/main" id="{365E773B-ECEE-434F-BAFB-B8D4A8073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9e4f2f4a0442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008959" y="6209478"/>
            <a:ext cx="265176" cy="2651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9" name="Google Shape;329;p7">
            <a:extLst xmlns:a="http://schemas.openxmlformats.org/drawingml/2006/main">
              <a:ext uri="{FF2B5EF4-FFF2-40B4-BE49-F238E27FC236}">
                <a16:creationId xmlns:a16="http://schemas.microsoft.com/office/drawing/2014/main" id="{0EE81AE0-272B-4F12-B139-69487612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Google Shape;330;p7">
            <a:extLst xmlns:a="http://schemas.openxmlformats.org/drawingml/2006/main">
              <a:ext uri="{FF2B5EF4-FFF2-40B4-BE49-F238E27FC236}">
                <a16:creationId xmlns:a16="http://schemas.microsoft.com/office/drawing/2014/main" id="{EAF850E5-0C6E-4B5C-BA9D-2E62987C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1657" y="5322291"/>
            <a:ext cx="3852741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문서명· 페이지· Section· Chunk의</a:t>
            </a:r>
            <a:endParaRPr sz="1300" b="0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출처를 기록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1" name="Google Shape;331;p7">
            <a:extLst xmlns:a="http://schemas.openxmlformats.org/drawingml/2006/main">
              <a:ext uri="{FF2B5EF4-FFF2-40B4-BE49-F238E27FC236}">
                <a16:creationId xmlns:a16="http://schemas.microsoft.com/office/drawing/2014/main" id="{101E4B0C-B485-418A-9E15-6B5CE5CC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6576" y="5322291"/>
            <a:ext cx="3152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진단 과정의 중단 지점·실행 이력을</a:t>
            </a:r>
            <a:endParaRPr sz="1300" b="0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저장하고, 최종 보고서를 생성·저장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2" name="Google Shape;332;p7">
            <a:extLst xmlns:a="http://schemas.openxmlformats.org/drawingml/2006/main">
              <a:ext uri="{FF2B5EF4-FFF2-40B4-BE49-F238E27FC236}">
                <a16:creationId xmlns:a16="http://schemas.microsoft.com/office/drawing/2014/main" id="{16132534-7F5E-4078-9798-0EE57DCD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018" y="5498187"/>
            <a:ext cx="349834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36개 특징 값으로 정상 · 이상 판별</a:t>
            </a:r>
            <a:endParaRPr sz="1300" b="0" i="0" u="none" strike="noStrike" cap="none">
              <a:solidFill>
                <a:srgbClr val="132E4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3" name="Google Shape;333;p7">
            <a:extLst xmlns:a="http://schemas.openxmlformats.org/drawingml/2006/main">
              <a:ext uri="{FF2B5EF4-FFF2-40B4-BE49-F238E27FC236}">
                <a16:creationId xmlns:a16="http://schemas.microsoft.com/office/drawing/2014/main" id="{BBB6F164-CCB4-421D-ADEC-7F51948C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075106"/>
            <a:ext cx="10812340" cy="58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저장된 측정 Data는 미리 기록된 Bearing의 진동·전류 측정값을 불러와 순차적으로 재생(Replay)·분석하는 방식이며, 실제 공장 Sensor의 실시간 Data 수신(Streaming)은 아닙니다.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4" name="Google Shape;334;p7">
            <a:extLst xmlns:a="http://schemas.openxmlformats.org/drawingml/2006/main">
              <a:ext uri="{FF2B5EF4-FFF2-40B4-BE49-F238E27FC236}">
                <a16:creationId xmlns:a16="http://schemas.microsoft.com/office/drawing/2014/main" id="{12A2C2C9-C328-4EDA-B7DF-659C1248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518" y="4149362"/>
            <a:ext cx="3333750" cy="409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</a:rPr>
              <a:t>(여러 특징 값을 종합해 Bearing의 </a:t>
            </a:r>
            <a:endParaRPr sz="1200" b="0" i="0" u="none" strike="noStrike" cap="none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</a:rPr>
              <a:t>정상·이상을 판별하는 ML 모델)</a:t>
            </a:r>
            <a:endParaRPr sz="1200" b="0" i="0" u="none" strike="noStrike" cap="none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 b="1" i="0" u="none" strike="noStrike" cap="none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t/>
            </a:r>
            <a:endParaRPr sz="1650" b="1" i="0" u="none" strike="noStrike" cap="none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5" name="Google Shape;335;p7">
            <a:extLst xmlns:a="http://schemas.openxmlformats.org/drawingml/2006/main">
              <a:ext uri="{FF2B5EF4-FFF2-40B4-BE49-F238E27FC236}">
                <a16:creationId xmlns:a16="http://schemas.microsoft.com/office/drawing/2014/main" id="{D658F3F1-87D3-40E7-BC30-BBBBED3E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70" y="5262146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300 Trees / Max Depth 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p7">
            <a:extLst xmlns:a="http://schemas.openxmlformats.org/drawingml/2006/main">
              <a:ext uri="{FF2B5EF4-FFF2-40B4-BE49-F238E27FC236}">
                <a16:creationId xmlns:a16="http://schemas.microsoft.com/office/drawing/2014/main" id="{672ADA08-10D8-47AD-B288-83B136DC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7264679"/>
            <a:ext cx="10812340" cy="338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→ K001·KA01·KI01 3개 대표 Bearing에서 분리한 60개 Test Measurement 내부 평가 결과입니다.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1373813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2" name="Google Shape;342;p8">
            <a:extLst xmlns:a="http://schemas.openxmlformats.org/drawingml/2006/main">
              <a:ext uri="{FF2B5EF4-FFF2-40B4-BE49-F238E27FC236}">
                <a16:creationId xmlns:a16="http://schemas.microsoft.com/office/drawing/2014/main" id="{0BE17AA2-BCF3-4DF9-B131-BA9CD3C7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3" name="Google Shape;343;p8">
            <a:extLst xmlns:a="http://schemas.openxmlformats.org/drawingml/2006/main">
              <a:ext uri="{FF2B5EF4-FFF2-40B4-BE49-F238E27FC236}">
                <a16:creationId xmlns:a16="http://schemas.microsoft.com/office/drawing/2014/main" id="{44D9AA89-E540-4DD3-A253-5EDAB9C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4" name="Google Shape;344;p8">
            <a:extLst xmlns:a="http://schemas.openxmlformats.org/drawingml/2006/main">
              <a:ext uri="{FF2B5EF4-FFF2-40B4-BE49-F238E27FC236}">
                <a16:creationId xmlns:a16="http://schemas.microsoft.com/office/drawing/2014/main" id="{8AF9AB17-331B-49D7-A235-462388BC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5" name="Google Shape;345;p8">
            <a:extLst xmlns:a="http://schemas.openxmlformats.org/drawingml/2006/main">
              <a:ext uri="{FF2B5EF4-FFF2-40B4-BE49-F238E27FC236}">
                <a16:creationId xmlns:a16="http://schemas.microsoft.com/office/drawing/2014/main" id="{C5FCB388-95D5-4B66-818D-5A08EEBD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6" name="Google Shape;346;p8">
            <a:extLst xmlns:a="http://schemas.openxmlformats.org/drawingml/2006/main">
              <a:ext uri="{FF2B5EF4-FFF2-40B4-BE49-F238E27FC236}">
                <a16:creationId xmlns:a16="http://schemas.microsoft.com/office/drawing/2014/main" id="{EB8D2FB1-B9B9-46A0-90CF-C9E4B06D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7" name="Google Shape;347;p8">
            <a:extLst xmlns:a="http://schemas.openxmlformats.org/drawingml/2006/main">
              <a:ext uri="{FF2B5EF4-FFF2-40B4-BE49-F238E27FC236}">
                <a16:creationId xmlns:a16="http://schemas.microsoft.com/office/drawing/2014/main" id="{81EE0248-FF5B-4CA1-AB81-075A6C97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8" name="Google Shape;348;p8">
            <a:extLst xmlns:a="http://schemas.openxmlformats.org/drawingml/2006/main">
              <a:ext uri="{FF2B5EF4-FFF2-40B4-BE49-F238E27FC236}">
                <a16:creationId xmlns:a16="http://schemas.microsoft.com/office/drawing/2014/main" id="{5FDBB48B-449B-438E-8288-35B84EB9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9" name="Google Shape;349;p8">
            <a:extLst xmlns:a="http://schemas.openxmlformats.org/drawingml/2006/main">
              <a:ext uri="{FF2B5EF4-FFF2-40B4-BE49-F238E27FC236}">
                <a16:creationId xmlns:a16="http://schemas.microsoft.com/office/drawing/2014/main" id="{39819AE5-C1E3-48DB-8525-5855860E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0" name="Google Shape;350;p8">
            <a:extLst xmlns:a="http://schemas.openxmlformats.org/drawingml/2006/main">
              <a:ext uri="{FF2B5EF4-FFF2-40B4-BE49-F238E27FC236}">
                <a16:creationId xmlns:a16="http://schemas.microsoft.com/office/drawing/2014/main" id="{7214342F-6E25-47F8-BB19-EBA54F82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1" name="Google Shape;351;p8">
            <a:extLst xmlns:a="http://schemas.openxmlformats.org/drawingml/2006/main">
              <a:ext uri="{FF2B5EF4-FFF2-40B4-BE49-F238E27FC236}">
                <a16:creationId xmlns:a16="http://schemas.microsoft.com/office/drawing/2014/main" id="{FC90FF81-81D7-4DFB-801E-A50C5CEF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315" y="1235202"/>
            <a:ext cx="2274422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2" name="Google Shape;352;p8">
            <a:extLst xmlns:a="http://schemas.openxmlformats.org/drawingml/2006/main">
              <a:ext uri="{FF2B5EF4-FFF2-40B4-BE49-F238E27FC236}">
                <a16:creationId xmlns:a16="http://schemas.microsoft.com/office/drawing/2014/main" id="{41671D48-094D-4C3D-B68E-A37F71B2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3" name="Google Shape;353;p8">
            <a:extLst xmlns:a="http://schemas.openxmlformats.org/drawingml/2006/main">
              <a:ext uri="{FF2B5EF4-FFF2-40B4-BE49-F238E27FC236}">
                <a16:creationId xmlns:a16="http://schemas.microsoft.com/office/drawing/2014/main" id="{220DE493-B0A0-4E3F-A0E5-44447314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같은 AI Agent가 Bearing 상태에 따라 서로 다른 작업을 수행합니다.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54" name="Google Shape;354;p8">
            <a:extLst xmlns:a="http://schemas.openxmlformats.org/drawingml/2006/main">
              <a:ext uri="{FF2B5EF4-FFF2-40B4-BE49-F238E27FC236}">
                <a16:creationId xmlns:a16="http://schemas.microsoft.com/office/drawing/2014/main" id="{B5592105-4AD8-40E0-8D8A-F402D717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A / B / C 전체 처리 과정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55" name="Google Shape;355;p8">
            <a:extLst xmlns:a="http://schemas.openxmlformats.org/drawingml/2006/main">
              <a:ext uri="{FF2B5EF4-FFF2-40B4-BE49-F238E27FC236}">
                <a16:creationId xmlns:a16="http://schemas.microsoft.com/office/drawing/2014/main" id="{7E0CCBB0-45FF-4661-ACD3-FB6BFF63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6" name="Google Shape;356;p8">
            <a:extLst xmlns:a="http://schemas.openxmlformats.org/drawingml/2006/main">
              <a:ext uri="{FF2B5EF4-FFF2-40B4-BE49-F238E27FC236}">
                <a16:creationId xmlns:a16="http://schemas.microsoft.com/office/drawing/2014/main" id="{931A89F6-D5EE-4936-BB2E-4BFDE6A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7" name="Google Shape;357;p8">
            <a:extLst xmlns:a="http://schemas.openxmlformats.org/drawingml/2006/main">
              <a:ext uri="{FF2B5EF4-FFF2-40B4-BE49-F238E27FC236}">
                <a16:creationId xmlns:a16="http://schemas.microsoft.com/office/drawing/2014/main" id="{5E601369-0DE0-4FBF-A480-2C88608F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5896"/>
            <a:ext cx="4486275" cy="5257800"/>
          </a:xfrm>
          <a:prstGeom xmlns:a="http://schemas.openxmlformats.org/drawingml/2006/main" prst="roundRect">
            <a:avLst>
              <a:gd name="adj" fmla="val 1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8" name="Google Shape;358;p8">
            <a:extLst xmlns:a="http://schemas.openxmlformats.org/drawingml/2006/main">
              <a:ext uri="{FF2B5EF4-FFF2-40B4-BE49-F238E27FC236}">
                <a16:creationId xmlns:a16="http://schemas.microsoft.com/office/drawing/2014/main" id="{F3568B68-84E3-46B7-BF96-2AD54496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8653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9" name="Google Shape;359;p8">
            <a:extLst xmlns:a="http://schemas.openxmlformats.org/drawingml/2006/main">
              <a:ext uri="{FF2B5EF4-FFF2-40B4-BE49-F238E27FC236}">
                <a16:creationId xmlns:a16="http://schemas.microsoft.com/office/drawing/2014/main" id="{AA5622E0-D15A-441A-B607-B1C47622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6594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0" name="Google Shape;360;p8">
            <a:extLst xmlns:a="http://schemas.openxmlformats.org/drawingml/2006/main">
              <a:ext uri="{FF2B5EF4-FFF2-40B4-BE49-F238E27FC236}">
                <a16:creationId xmlns:a16="http://schemas.microsoft.com/office/drawing/2014/main" id="{11E01E62-B3D8-461A-920B-2A843E9A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94535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4F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1" name="Google Shape;361;p8">
            <a:extLst xmlns:a="http://schemas.openxmlformats.org/drawingml/2006/main">
              <a:ext uri="{FF2B5EF4-FFF2-40B4-BE49-F238E27FC236}">
                <a16:creationId xmlns:a16="http://schemas.microsoft.com/office/drawing/2014/main" id="{2A2D2896-CD50-49D2-B94F-E687D6F8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5896"/>
            <a:ext cx="44862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46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2" name="Google Shape;362;p8">
            <a:extLst xmlns:a="http://schemas.openxmlformats.org/drawingml/2006/main">
              <a:ext uri="{FF2B5EF4-FFF2-40B4-BE49-F238E27FC236}">
                <a16:creationId xmlns:a16="http://schemas.microsoft.com/office/drawing/2014/main" id="{D9083C78-8AF5-47FB-AAAC-ADC7460F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34971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A · 정상 시나리오</a:t>
            </a:r>
            <a:endParaRPr sz="24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63" name="Google Shape;363;p8">
            <a:extLst xmlns:a="http://schemas.openxmlformats.org/drawingml/2006/main">
              <a:ext uri="{FF2B5EF4-FFF2-40B4-BE49-F238E27FC236}">
                <a16:creationId xmlns:a16="http://schemas.microsoft.com/office/drawing/2014/main" id="{95B9E8A3-EE60-46F3-9A39-8315595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6471"/>
            <a:ext cx="404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K001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4" name="Google Shape;364;p8">
            <a:extLst xmlns:a="http://schemas.openxmlformats.org/drawingml/2006/main">
              <a:ext uri="{FF2B5EF4-FFF2-40B4-BE49-F238E27FC236}">
                <a16:creationId xmlns:a16="http://schemas.microsoft.com/office/drawing/2014/main" id="{86556A78-8339-4034-96AE-9946248F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8825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5" name="Google Shape;365;p8">
            <a:extLst xmlns:a="http://schemas.openxmlformats.org/drawingml/2006/main">
              <a:ext uri="{FF2B5EF4-FFF2-40B4-BE49-F238E27FC236}">
                <a16:creationId xmlns:a16="http://schemas.microsoft.com/office/drawing/2014/main" id="{1DFDC483-4FA1-4A70-8A68-02BA30F8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0884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6" name="Google Shape;366;p8">
            <a:extLst xmlns:a="http://schemas.openxmlformats.org/drawingml/2006/main">
              <a:ext uri="{FF2B5EF4-FFF2-40B4-BE49-F238E27FC236}">
                <a16:creationId xmlns:a16="http://schemas.microsoft.com/office/drawing/2014/main" id="{C59125EE-4E2F-46B6-9F62-E33D89C9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6111029"/>
            <a:ext cx="4038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근거 0 · 이벤트 19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7" name="Google Shape;367;p8">
            <a:extLst xmlns:a="http://schemas.openxmlformats.org/drawingml/2006/main">
              <a:ext uri="{FF2B5EF4-FFF2-40B4-BE49-F238E27FC236}">
                <a16:creationId xmlns:a16="http://schemas.microsoft.com/office/drawing/2014/main" id="{A8D74DC9-251C-4F01-888B-281EFD14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715896"/>
            <a:ext cx="4486275" cy="5257800"/>
          </a:xfrm>
          <a:prstGeom xmlns:a="http://schemas.openxmlformats.org/drawingml/2006/main" prst="roundRect">
            <a:avLst>
              <a:gd name="adj" fmla="val 1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8" name="Google Shape;368;p8">
            <a:extLst xmlns:a="http://schemas.openxmlformats.org/drawingml/2006/main">
              <a:ext uri="{FF2B5EF4-FFF2-40B4-BE49-F238E27FC236}">
                <a16:creationId xmlns:a16="http://schemas.microsoft.com/office/drawing/2014/main" id="{249FE00F-7010-4DEE-932A-FE34E520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5451161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6EFF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9" name="Google Shape;369;p8">
            <a:extLst xmlns:a="http://schemas.openxmlformats.org/drawingml/2006/main">
              <a:ext uri="{FF2B5EF4-FFF2-40B4-BE49-F238E27FC236}">
                <a16:creationId xmlns:a16="http://schemas.microsoft.com/office/drawing/2014/main" id="{7CE9AD90-BCDA-40F6-869B-4F8E446B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480712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6EFF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rgbClr val="1765C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0" name="Google Shape;370;p8">
            <a:extLst xmlns:a="http://schemas.openxmlformats.org/drawingml/2006/main">
              <a:ext uri="{FF2B5EF4-FFF2-40B4-BE49-F238E27FC236}">
                <a16:creationId xmlns:a16="http://schemas.microsoft.com/office/drawing/2014/main" id="{23DEB200-6737-4783-BE84-4CB1C66B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418653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6EFF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1" name="Google Shape;371;p8">
            <a:extLst xmlns:a="http://schemas.openxmlformats.org/drawingml/2006/main">
              <a:ext uri="{FF2B5EF4-FFF2-40B4-BE49-F238E27FC236}">
                <a16:creationId xmlns:a16="http://schemas.microsoft.com/office/drawing/2014/main" id="{151AE681-A124-43CE-A410-B4E880E5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56594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6EFF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2" name="Google Shape;372;p8">
            <a:extLst xmlns:a="http://schemas.openxmlformats.org/drawingml/2006/main">
              <a:ext uri="{FF2B5EF4-FFF2-40B4-BE49-F238E27FC236}">
                <a16:creationId xmlns:a16="http://schemas.microsoft.com/office/drawing/2014/main" id="{F534DD61-EF79-4C74-A156-7A76D92A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294535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E6EFF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3" name="Google Shape;373;p8">
            <a:extLst xmlns:a="http://schemas.openxmlformats.org/drawingml/2006/main">
              <a:ext uri="{FF2B5EF4-FFF2-40B4-BE49-F238E27FC236}">
                <a16:creationId xmlns:a16="http://schemas.microsoft.com/office/drawing/2014/main" id="{3DFCA5A4-A56B-4F28-B92D-C7484B43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715896"/>
            <a:ext cx="44862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4" name="Google Shape;374;p8">
            <a:extLst xmlns:a="http://schemas.openxmlformats.org/drawingml/2006/main">
              <a:ext uri="{FF2B5EF4-FFF2-40B4-BE49-F238E27FC236}">
                <a16:creationId xmlns:a16="http://schemas.microsoft.com/office/drawing/2014/main" id="{A9887AD4-C4BB-45C1-8651-1E76565B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1934971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B · 손상(이상) 시나리오</a:t>
            </a:r>
            <a:endParaRPr sz="24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75" name="Google Shape;375;p8">
            <a:extLst xmlns:a="http://schemas.openxmlformats.org/drawingml/2006/main">
              <a:ext uri="{FF2B5EF4-FFF2-40B4-BE49-F238E27FC236}">
                <a16:creationId xmlns:a16="http://schemas.microsoft.com/office/drawing/2014/main" id="{61BCB103-B7DE-4029-9C45-45995E39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06471"/>
            <a:ext cx="404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KA01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6" name="Google Shape;376;p8">
            <a:extLst xmlns:a="http://schemas.openxmlformats.org/drawingml/2006/main">
              <a:ext uri="{FF2B5EF4-FFF2-40B4-BE49-F238E27FC236}">
                <a16:creationId xmlns:a16="http://schemas.microsoft.com/office/drawing/2014/main" id="{152C9466-8A1A-42CA-BC0A-C3EB7F87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28825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7" name="Google Shape;377;p8">
            <a:extLst xmlns:a="http://schemas.openxmlformats.org/drawingml/2006/main">
              <a:ext uri="{FF2B5EF4-FFF2-40B4-BE49-F238E27FC236}">
                <a16:creationId xmlns:a16="http://schemas.microsoft.com/office/drawing/2014/main" id="{414E0051-D320-43F9-8175-E6605AFF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92056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p8">
            <a:extLst xmlns:a="http://schemas.openxmlformats.org/drawingml/2006/main">
              <a:ext uri="{FF2B5EF4-FFF2-40B4-BE49-F238E27FC236}">
                <a16:creationId xmlns:a16="http://schemas.microsoft.com/office/drawing/2014/main" id="{1096B88D-5DF6-451A-843E-6D4C35FA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54115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Google Shape;379;p8">
            <a:extLst xmlns:a="http://schemas.openxmlformats.org/drawingml/2006/main">
              <a:ext uri="{FF2B5EF4-FFF2-40B4-BE49-F238E27FC236}">
                <a16:creationId xmlns:a16="http://schemas.microsoft.com/office/drawing/2014/main" id="{42D54C1C-DA10-4BB5-AF38-2D96A259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3471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0" name="Google Shape;380;p8">
            <a:extLst xmlns:a="http://schemas.openxmlformats.org/drawingml/2006/main">
              <a:ext uri="{FF2B5EF4-FFF2-40B4-BE49-F238E27FC236}">
                <a16:creationId xmlns:a16="http://schemas.microsoft.com/office/drawing/2014/main" id="{BA9810F2-B530-4022-AEBA-7AE70775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715896"/>
            <a:ext cx="4486275" cy="5257800"/>
          </a:xfrm>
          <a:prstGeom xmlns:a="http://schemas.openxmlformats.org/drawingml/2006/main" prst="roundRect">
            <a:avLst>
              <a:gd name="adj" fmla="val 10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1" name="Google Shape;381;p8">
            <a:extLst xmlns:a="http://schemas.openxmlformats.org/drawingml/2006/main">
              <a:ext uri="{FF2B5EF4-FFF2-40B4-BE49-F238E27FC236}">
                <a16:creationId xmlns:a16="http://schemas.microsoft.com/office/drawing/2014/main" id="{52FD7AF8-7410-41BE-86FC-B99F1F8F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2" y="5451161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FBEF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2" name="Google Shape;382;p8">
            <a:extLst xmlns:a="http://schemas.openxmlformats.org/drawingml/2006/main">
              <a:ext uri="{FF2B5EF4-FFF2-40B4-BE49-F238E27FC236}">
                <a16:creationId xmlns:a16="http://schemas.microsoft.com/office/drawing/2014/main" id="{6DD45A0F-7430-4B71-8916-585FA045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2" y="480712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FBEF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3" name="Google Shape;383;p8">
            <a:extLst xmlns:a="http://schemas.openxmlformats.org/drawingml/2006/main">
              <a:ext uri="{FF2B5EF4-FFF2-40B4-BE49-F238E27FC236}">
                <a16:creationId xmlns:a16="http://schemas.microsoft.com/office/drawing/2014/main" id="{5744779C-802A-42E2-B3F2-9875FEA8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2" y="418653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FBEF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4" name="Google Shape;384;p8">
            <a:extLst xmlns:a="http://schemas.openxmlformats.org/drawingml/2006/main">
              <a:ext uri="{FF2B5EF4-FFF2-40B4-BE49-F238E27FC236}">
                <a16:creationId xmlns:a16="http://schemas.microsoft.com/office/drawing/2014/main" id="{AA4EE27B-AA5F-4F0B-BC4B-E54CCE56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2" y="356594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FBEF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5" name="Google Shape;385;p8">
            <a:extLst xmlns:a="http://schemas.openxmlformats.org/drawingml/2006/main">
              <a:ext uri="{FF2B5EF4-FFF2-40B4-BE49-F238E27FC236}">
                <a16:creationId xmlns:a16="http://schemas.microsoft.com/office/drawing/2014/main" id="{A0D38C30-B5F7-4E91-B4A6-AAB4C950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2" y="2945355"/>
            <a:ext cx="4215384" cy="371475"/>
          </a:xfrm>
          <a:prstGeom xmlns:a="http://schemas.openxmlformats.org/drawingml/2006/main" prst="roundRect">
            <a:avLst>
              <a:gd name="adj" fmla="val 24615"/>
            </a:avLst>
          </a:prstGeom>
          <a:solidFill xmlns:a="http://schemas.openxmlformats.org/drawingml/2006/main">
            <a:srgbClr val="FBEF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6" name="Google Shape;386;p8">
            <a:extLst xmlns:a="http://schemas.openxmlformats.org/drawingml/2006/main">
              <a:ext uri="{FF2B5EF4-FFF2-40B4-BE49-F238E27FC236}">
                <a16:creationId xmlns:a16="http://schemas.microsoft.com/office/drawing/2014/main" id="{15296F97-77B6-42FD-A404-31E1DD7A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715896"/>
            <a:ext cx="44862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752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Google Shape;387;p8">
            <a:extLst xmlns:a="http://schemas.openxmlformats.org/drawingml/2006/main">
              <a:ext uri="{FF2B5EF4-FFF2-40B4-BE49-F238E27FC236}">
                <a16:creationId xmlns:a16="http://schemas.microsoft.com/office/drawing/2014/main" id="{57C64062-2430-4722-B75C-05CE3E8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6930" y="1934971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C · 작업자 확인 시나리오 (HITL)</a:t>
            </a:r>
            <a:endParaRPr sz="20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88" name="Google Shape;388;p8">
            <a:extLst xmlns:a="http://schemas.openxmlformats.org/drawingml/2006/main">
              <a:ext uri="{FF2B5EF4-FFF2-40B4-BE49-F238E27FC236}">
                <a16:creationId xmlns:a16="http://schemas.microsoft.com/office/drawing/2014/main" id="{32E51143-50C1-4316-A7D2-D4820E77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506471"/>
            <a:ext cx="404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KA01 + 작업자 확인</a:t>
            </a:r>
            <a:endParaRPr sz="18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89" name="Google Shape;389;p8">
            <a:extLst xmlns:a="http://schemas.openxmlformats.org/drawingml/2006/main">
              <a:ext uri="{FF2B5EF4-FFF2-40B4-BE49-F238E27FC236}">
                <a16:creationId xmlns:a16="http://schemas.microsoft.com/office/drawing/2014/main" id="{D97AE585-582A-40EB-9F83-3D28D0E7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28825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0" name="Google Shape;390;p8">
            <a:extLst xmlns:a="http://schemas.openxmlformats.org/drawingml/2006/main">
              <a:ext uri="{FF2B5EF4-FFF2-40B4-BE49-F238E27FC236}">
                <a16:creationId xmlns:a16="http://schemas.microsoft.com/office/drawing/2014/main" id="{A95FCD56-A842-4847-90A4-7EE38358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92056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1" name="Google Shape;391;p8">
            <a:extLst xmlns:a="http://schemas.openxmlformats.org/drawingml/2006/main">
              <a:ext uri="{FF2B5EF4-FFF2-40B4-BE49-F238E27FC236}">
                <a16:creationId xmlns:a16="http://schemas.microsoft.com/office/drawing/2014/main" id="{E5FF1CAA-5BC3-4C5F-8E81-B4012124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54115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2" name="Google Shape;392;p8">
            <a:extLst xmlns:a="http://schemas.openxmlformats.org/drawingml/2006/main">
              <a:ext uri="{FF2B5EF4-FFF2-40B4-BE49-F238E27FC236}">
                <a16:creationId xmlns:a16="http://schemas.microsoft.com/office/drawing/2014/main" id="{03B34C7C-73BA-4514-A3F1-15D5894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173471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3" name="Google Shape;393;p8">
            <a:extLst xmlns:a="http://schemas.openxmlformats.org/drawingml/2006/main">
              <a:ext uri="{FF2B5EF4-FFF2-40B4-BE49-F238E27FC236}">
                <a16:creationId xmlns:a16="http://schemas.microsoft.com/office/drawing/2014/main" id="{065254B8-E535-48D3-8F87-AA02101F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1906601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6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94" name="Google Shape;394;p8">
            <a:extLst xmlns:a="http://schemas.openxmlformats.org/drawingml/2006/main">
              <a:ext uri="{FF2B5EF4-FFF2-40B4-BE49-F238E27FC236}">
                <a16:creationId xmlns:a16="http://schemas.microsoft.com/office/drawing/2014/main" id="{F4091F8A-B411-4353-818B-698336D26C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f3fe42ba594f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39996" y="2048333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5" name="Google Shape;395;p8">
            <a:extLst xmlns:a="http://schemas.openxmlformats.org/drawingml/2006/main">
              <a:ext uri="{FF2B5EF4-FFF2-40B4-BE49-F238E27FC236}">
                <a16:creationId xmlns:a16="http://schemas.microsoft.com/office/drawing/2014/main" id="{3C1702B8-A9F7-4E8E-9427-BBD7730E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1906601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5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96" name="Google Shape;396;p8">
            <a:extLst xmlns:a="http://schemas.openxmlformats.org/drawingml/2006/main">
              <a:ext uri="{FF2B5EF4-FFF2-40B4-BE49-F238E27FC236}">
                <a16:creationId xmlns:a16="http://schemas.microsoft.com/office/drawing/2014/main" id="{BE404981-9CCF-4529-8BCE-13DD1B883E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f3fe42ba594f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249156" y="2048333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7" name="Google Shape;397;p8">
            <a:extLst xmlns:a="http://schemas.openxmlformats.org/drawingml/2006/main">
              <a:ext uri="{FF2B5EF4-FFF2-40B4-BE49-F238E27FC236}">
                <a16:creationId xmlns:a16="http://schemas.microsoft.com/office/drawing/2014/main" id="{C69B4F87-FDD9-43DD-ACEB-113416C2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4802" y="1906601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752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98" name="Google Shape;398;p8">
            <a:extLst xmlns:a="http://schemas.openxmlformats.org/drawingml/2006/main">
              <a:ext uri="{FF2B5EF4-FFF2-40B4-BE49-F238E27FC236}">
                <a16:creationId xmlns:a16="http://schemas.microsoft.com/office/drawing/2014/main" id="{883EF47A-52D7-42D4-948A-9732E28749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f3fe42ba594f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6534" y="2048333"/>
            <a:ext cx="283464" cy="2834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9" name="Google Shape;399;p8">
            <a:extLst xmlns:a="http://schemas.openxmlformats.org/drawingml/2006/main">
              <a:ext uri="{FF2B5EF4-FFF2-40B4-BE49-F238E27FC236}">
                <a16:creationId xmlns:a16="http://schemas.microsoft.com/office/drawing/2014/main" id="{6DA1FA9F-095B-4F4A-9385-A4AB3079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0" name="Google Shape;400;p8">
            <a:extLst xmlns:a="http://schemas.openxmlformats.org/drawingml/2006/main">
              <a:ext uri="{FF2B5EF4-FFF2-40B4-BE49-F238E27FC236}">
                <a16:creationId xmlns:a16="http://schemas.microsoft.com/office/drawing/2014/main" id="{4D13EB65-2D16-430F-9977-BA279A16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6111029"/>
            <a:ext cx="4038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근거 9 · 이벤트 37</a:t>
            </a:r>
            <a:endParaRPr sz="2000" b="0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01" name="Google Shape;401;p8">
            <a:extLst xmlns:a="http://schemas.openxmlformats.org/drawingml/2006/main">
              <a:ext uri="{FF2B5EF4-FFF2-40B4-BE49-F238E27FC236}">
                <a16:creationId xmlns:a16="http://schemas.microsoft.com/office/drawing/2014/main" id="{70800F85-007E-43B4-8AF0-EE368BCD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0650" y="6111029"/>
            <a:ext cx="4038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D28D47"/>
                </a:solidFill>
                <a:latin typeface="Malgun Gothic"/>
                <a:ea typeface="Malgun Gothic"/>
                <a:cs typeface="Malgun Gothic"/>
              </a:rPr>
              <a:t>근거 9 · 이벤트 46</a:t>
            </a:r>
            <a:endParaRPr sz="2000" b="0" i="0" u="none" strike="noStrike" cap="none">
              <a:solidFill>
                <a:srgbClr val="D28D4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02" name="Google Shape;402;p8">
            <a:extLst xmlns:a="http://schemas.openxmlformats.org/drawingml/2006/main">
              <a:ext uri="{FF2B5EF4-FFF2-40B4-BE49-F238E27FC236}">
                <a16:creationId xmlns:a16="http://schemas.microsoft.com/office/drawing/2014/main" id="{7AE87A5E-0A89-43E0-BDE7-ED4294B8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49124"/>
            <a:ext cx="2788920" cy="1980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Noto Sans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추가 이상 신호가 없어 후속 진단 불필요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3" name="Google Shape;403;p8">
            <a:extLst xmlns:a="http://schemas.openxmlformats.org/drawingml/2006/main">
              <a:ext uri="{FF2B5EF4-FFF2-40B4-BE49-F238E27FC236}">
                <a16:creationId xmlns:a16="http://schemas.microsoft.com/office/drawing/2014/main" id="{A2A1862D-36B8-4D46-9039-19FFF0E6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6493801"/>
            <a:ext cx="2788920" cy="27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Noto Sans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기술문서를 근거로 진단 경로 검증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4" name="Google Shape;404;p8">
            <a:extLst xmlns:a="http://schemas.openxmlformats.org/drawingml/2006/main">
              <a:ext uri="{FF2B5EF4-FFF2-40B4-BE49-F238E27FC236}">
                <a16:creationId xmlns:a16="http://schemas.microsoft.com/office/drawing/2014/main" id="{FE64A4E4-64B2-4DD3-BAB0-5EAB6103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1" y="6462286"/>
            <a:ext cx="3902074" cy="544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sz="1200" b="0" i="0" u="none" strike="noStrike" cap="none">
              <a:solidFill>
                <a:srgbClr val="62788A"/>
              </a:solidFill>
              <a:latin typeface="Noto Sans"/>
              <a:ea typeface="Noto Sans"/>
              <a:cs typeface="Noto Sans"/>
            </a:endParaRPr>
          </a:p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Noto Sans"/>
                <a:ea typeface="Noto Sans"/>
                <a:cs typeface="Noto Sans"/>
              </a:rPr>
              <a:t>중요한 조치가 필요한 경우, 작업자가 확인하고 결정할 수 있도록 작업자 확인(HITL) 단계로 연결되는 경로를 검증</a:t>
            </a:r>
            <a:endParaRPr sz="1200" b="0" i="0" u="none" strike="noStrike" cap="none">
              <a:solidFill>
                <a:srgbClr val="62788A"/>
              </a:solidFill>
              <a:latin typeface="Noto Sans"/>
              <a:ea typeface="Noto Sans"/>
              <a:cs typeface="Noto Sans"/>
            </a:endParaRPr>
          </a:p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5" name="Google Shape;405;p8">
            <a:extLst xmlns:a="http://schemas.openxmlformats.org/drawingml/2006/main">
              <a:ext uri="{FF2B5EF4-FFF2-40B4-BE49-F238E27FC236}">
                <a16:creationId xmlns:a16="http://schemas.microsoft.com/office/drawing/2014/main" id="{B12D99C3-1F22-49D3-9B2B-0C22365F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" y="7086600"/>
            <a:ext cx="13916025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6" name="Google Shape;406;p8">
            <a:extLst xmlns:a="http://schemas.openxmlformats.org/drawingml/2006/main">
              <a:ext uri="{FF2B5EF4-FFF2-40B4-BE49-F238E27FC236}">
                <a16:creationId xmlns:a16="http://schemas.microsoft.com/office/drawing/2014/main" id="{20662528-E5D5-47E3-ADE4-40FE2E6D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00685"/>
            <a:ext cx="12839699" cy="310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</a:rPr>
              <a:t>C 경로의 ‘이어 실행’은 작업자가 승인·수정 요청·거절 중 하나를 선택하면, AI Agent의 진단 Workflow를 </a:t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</a:rPr>
              <a:t>처음부터 다시 시작하지 않고 그 결과를 반영해 저장된 중단 지점부터 이후 진단 절차를 이어서 실행하는 것을 의미합니다.</a:t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07" name="Google Shape;407;p8">
            <a:extLst xmlns:a="http://schemas.openxmlformats.org/drawingml/2006/main">
              <a:ext uri="{FF2B5EF4-FFF2-40B4-BE49-F238E27FC236}">
                <a16:creationId xmlns:a16="http://schemas.microsoft.com/office/drawing/2014/main" id="{C2C68529-F72A-4D95-87D5-2278633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6525" y="7184165"/>
            <a:ext cx="512034" cy="51203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08" name="Google Shape;408;p8">
            <a:extLst xmlns:a="http://schemas.openxmlformats.org/drawingml/2006/main">
              <a:ext uri="{FF2B5EF4-FFF2-40B4-BE49-F238E27FC236}">
                <a16:creationId xmlns:a16="http://schemas.microsoft.com/office/drawing/2014/main" id="{E13924DE-DCE4-46B0-BD2A-572BF67851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26ee2f1644488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4534" y="7312173"/>
            <a:ext cx="256017" cy="25601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09" name="Google Shape;409;p8">
            <a:extLst xmlns:a="http://schemas.openxmlformats.org/drawingml/2006/main">
              <a:ext uri="{FF2B5EF4-FFF2-40B4-BE49-F238E27FC236}">
                <a16:creationId xmlns:a16="http://schemas.microsoft.com/office/drawing/2014/main" id="{F90C1AFE-CC70-4A06-9550-C1185A2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80080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ML 이상 (Abnormal) 판정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0" name="Google Shape;410;p8">
            <a:extLst xmlns:a="http://schemas.openxmlformats.org/drawingml/2006/main">
              <a:ext uri="{FF2B5EF4-FFF2-40B4-BE49-F238E27FC236}">
                <a16:creationId xmlns:a16="http://schemas.microsoft.com/office/drawing/2014/main" id="{C3D706E8-AD2E-4502-9154-F2A88D9C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589391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근거 기반 진단 (RAG) → 중요 조치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1" name="Google Shape;411;p8">
            <a:extLst xmlns:a="http://schemas.openxmlformats.org/drawingml/2006/main">
              <a:ext uri="{FF2B5EF4-FFF2-40B4-BE49-F238E27FC236}">
                <a16:creationId xmlns:a16="http://schemas.microsoft.com/office/drawing/2014/main" id="{9F97EFA6-0DB7-4CB3-8303-AD95FC43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209981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작업자 확인 대기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2" name="Google Shape;412;p8">
            <a:extLst xmlns:a="http://schemas.openxmlformats.org/drawingml/2006/main">
              <a:ext uri="{FF2B5EF4-FFF2-40B4-BE49-F238E27FC236}">
                <a16:creationId xmlns:a16="http://schemas.microsoft.com/office/drawing/2014/main" id="{4721F332-23E9-465C-B31E-B1824997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841850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저장된 중단 지점부터 이어서 실행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3" name="Google Shape;413;p8">
            <a:extLst xmlns:a="http://schemas.openxmlformats.org/drawingml/2006/main">
              <a:ext uri="{FF2B5EF4-FFF2-40B4-BE49-F238E27FC236}">
                <a16:creationId xmlns:a16="http://schemas.microsoft.com/office/drawing/2014/main" id="{AE150932-C79A-4C36-A892-BC1B4F37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485886"/>
            <a:ext cx="4324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최종 보고서 생성 · 진단 Workflow 완료</a:t>
            </a:r>
            <a:endParaRPr sz="16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4" name="Google Shape;414;p8">
            <a:extLst xmlns:a="http://schemas.openxmlformats.org/drawingml/2006/main">
              <a:ext uri="{FF2B5EF4-FFF2-40B4-BE49-F238E27FC236}">
                <a16:creationId xmlns:a16="http://schemas.microsoft.com/office/drawing/2014/main" id="{AB706316-0023-4375-BFB4-5D7151C2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45355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ML 정상 (Normal) 판정</a:t>
            </a:r>
            <a:endParaRPr sz="16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5" name="Google Shape;415;p8">
            <a:extLst xmlns:a="http://schemas.openxmlformats.org/drawingml/2006/main">
              <a:ext uri="{FF2B5EF4-FFF2-40B4-BE49-F238E27FC236}">
                <a16:creationId xmlns:a16="http://schemas.microsoft.com/office/drawing/2014/main" id="{609F661D-3F72-438D-9653-0E1D2362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5945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RAG · 후속 진단 생략</a:t>
            </a:r>
            <a:endParaRPr sz="16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6" name="Google Shape;416;p8">
            <a:extLst xmlns:a="http://schemas.openxmlformats.org/drawingml/2006/main">
              <a:ext uri="{FF2B5EF4-FFF2-40B4-BE49-F238E27FC236}">
                <a16:creationId xmlns:a16="http://schemas.microsoft.com/office/drawing/2014/main" id="{7D7C81C1-F992-4772-8F05-894D1744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6535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258465"/>
                </a:solidFill>
                <a:latin typeface="Malgun Gothic"/>
                <a:ea typeface="Malgun Gothic"/>
                <a:cs typeface="Malgun Gothic"/>
              </a:rPr>
              <a:t>정상 결과 보고서 생성</a:t>
            </a:r>
            <a:endParaRPr sz="1600" b="1" i="0" u="none" strike="noStrike" cap="none">
              <a:solidFill>
                <a:srgbClr val="25846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7" name="Google Shape;417;p8">
            <a:extLst xmlns:a="http://schemas.openxmlformats.org/drawingml/2006/main">
              <a:ext uri="{FF2B5EF4-FFF2-40B4-BE49-F238E27FC236}">
                <a16:creationId xmlns:a16="http://schemas.microsoft.com/office/drawing/2014/main" id="{44165767-AE2C-4F54-BA7B-B997D5EF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957078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ML 이상 (Abnormal) 판정</a:t>
            </a:r>
            <a:endParaRPr sz="16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8" name="Google Shape;418;p8">
            <a:extLst xmlns:a="http://schemas.openxmlformats.org/drawingml/2006/main">
              <a:ext uri="{FF2B5EF4-FFF2-40B4-BE49-F238E27FC236}">
                <a16:creationId xmlns:a16="http://schemas.microsoft.com/office/drawing/2014/main" id="{398A8272-0710-4A67-8300-89599A48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577668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RAG 기술 근거 확보</a:t>
            </a:r>
            <a:endParaRPr sz="1600" b="0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9" name="Google Shape;419;p8">
            <a:extLst xmlns:a="http://schemas.openxmlformats.org/drawingml/2006/main">
              <a:ext uri="{FF2B5EF4-FFF2-40B4-BE49-F238E27FC236}">
                <a16:creationId xmlns:a16="http://schemas.microsoft.com/office/drawing/2014/main" id="{AA28A81D-E2AA-4D56-9086-27C1EF81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221408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진단 · 근거 확인</a:t>
            </a:r>
            <a:endParaRPr sz="1600" b="0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20" name="Google Shape;420;p8">
            <a:extLst xmlns:a="http://schemas.openxmlformats.org/drawingml/2006/main">
              <a:ext uri="{FF2B5EF4-FFF2-40B4-BE49-F238E27FC236}">
                <a16:creationId xmlns:a16="http://schemas.microsoft.com/office/drawing/2014/main" id="{7B454E83-D2F8-4179-A1B0-8A50AB35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841998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점검 계획 · 조치 권고</a:t>
            </a:r>
            <a:endParaRPr sz="1600" b="0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21" name="Google Shape;421;p8">
            <a:extLst xmlns:a="http://schemas.openxmlformats.org/drawingml/2006/main">
              <a:ext uri="{FF2B5EF4-FFF2-40B4-BE49-F238E27FC236}">
                <a16:creationId xmlns:a16="http://schemas.microsoft.com/office/drawing/2014/main" id="{FA98D936-D09A-44A3-ACAA-83009BE6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5486034"/>
            <a:ext cx="4038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최종 보고서 생성</a:t>
            </a:r>
            <a:endParaRPr sz="160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916683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7" name="Google Shape;427;p9">
            <a:extLst xmlns:a="http://schemas.openxmlformats.org/drawingml/2006/main">
              <a:ext uri="{FF2B5EF4-FFF2-40B4-BE49-F238E27FC236}">
                <a16:creationId xmlns:a16="http://schemas.microsoft.com/office/drawing/2014/main" id="{EA3D32D3-B275-43D7-8DE8-EA398785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28" name="Google Shape;428;p9">
            <a:extLst xmlns:a="http://schemas.openxmlformats.org/drawingml/2006/main">
              <a:ext uri="{FF2B5EF4-FFF2-40B4-BE49-F238E27FC236}">
                <a16:creationId xmlns:a16="http://schemas.microsoft.com/office/drawing/2014/main" id="{A9068562-814E-4FFC-AF70-9CDF706B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29" name="Google Shape;429;p9">
            <a:extLst xmlns:a="http://schemas.openxmlformats.org/drawingml/2006/main">
              <a:ext uri="{FF2B5EF4-FFF2-40B4-BE49-F238E27FC236}">
                <a16:creationId xmlns:a16="http://schemas.microsoft.com/office/drawing/2014/main" id="{A5B2F4AE-D3E3-491A-8384-BCC6436C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0" name="Google Shape;430;p9">
            <a:extLst xmlns:a="http://schemas.openxmlformats.org/drawingml/2006/main">
              <a:ext uri="{FF2B5EF4-FFF2-40B4-BE49-F238E27FC236}">
                <a16:creationId xmlns:a16="http://schemas.microsoft.com/office/drawing/2014/main" id="{E314F240-8613-4DD3-9192-B717DB4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1" name="Google Shape;431;p9">
            <a:extLst xmlns:a="http://schemas.openxmlformats.org/drawingml/2006/main">
              <a:ext uri="{FF2B5EF4-FFF2-40B4-BE49-F238E27FC236}">
                <a16:creationId xmlns:a16="http://schemas.microsoft.com/office/drawing/2014/main" id="{7D46AE5E-C03F-44E4-A89B-4DA1C941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2" name="Google Shape;432;p9">
            <a:extLst xmlns:a="http://schemas.openxmlformats.org/drawingml/2006/main">
              <a:ext uri="{FF2B5EF4-FFF2-40B4-BE49-F238E27FC236}">
                <a16:creationId xmlns:a16="http://schemas.microsoft.com/office/drawing/2014/main" id="{D36BF0CD-DDE5-4CCD-8C8C-5E8A64D8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3" name="Google Shape;433;p9">
            <a:extLst xmlns:a="http://schemas.openxmlformats.org/drawingml/2006/main">
              <a:ext uri="{FF2B5EF4-FFF2-40B4-BE49-F238E27FC236}">
                <a16:creationId xmlns:a16="http://schemas.microsoft.com/office/drawing/2014/main" id="{91753875-B297-4A20-A0EF-FF68D04B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4" name="Google Shape;434;p9">
            <a:extLst xmlns:a="http://schemas.openxmlformats.org/drawingml/2006/main">
              <a:ext uri="{FF2B5EF4-FFF2-40B4-BE49-F238E27FC236}">
                <a16:creationId xmlns:a16="http://schemas.microsoft.com/office/drawing/2014/main" id="{39B395C8-D471-45D1-9F82-815A7717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5" name="Google Shape;435;p9">
            <a:extLst xmlns:a="http://schemas.openxmlformats.org/drawingml/2006/main">
              <a:ext uri="{FF2B5EF4-FFF2-40B4-BE49-F238E27FC236}">
                <a16:creationId xmlns:a16="http://schemas.microsoft.com/office/drawing/2014/main" id="{8A885527-2936-499C-A2D7-46337809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6" name="Google Shape;436;p9">
            <a:extLst xmlns:a="http://schemas.openxmlformats.org/drawingml/2006/main">
              <a:ext uri="{FF2B5EF4-FFF2-40B4-BE49-F238E27FC236}">
                <a16:creationId xmlns:a16="http://schemas.microsoft.com/office/drawing/2014/main" id="{FA7B1A65-7443-4CD7-843B-D2765DE3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174" y="1235202"/>
            <a:ext cx="2078915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7" name="Google Shape;437;p9">
            <a:extLst xmlns:a="http://schemas.openxmlformats.org/drawingml/2006/main">
              <a:ext uri="{FF2B5EF4-FFF2-40B4-BE49-F238E27FC236}">
                <a16:creationId xmlns:a16="http://schemas.microsoft.com/office/drawing/2014/main" id="{CD982413-47E2-4EB3-9B33-8ACC154A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284"/>
            <a:ext cx="13716000" cy="728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sz="23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AI Agent Workflow 설계에 그치지 않고, 측정 Data 입력부터 최종 보고서 생성까지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sz="23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실제로 실행·검증했습니다.</a:t>
            </a:r>
            <a:endParaRPr sz="23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38" name="Google Shape;438;p9">
            <a:extLst xmlns:a="http://schemas.openxmlformats.org/drawingml/2006/main">
              <a:ext uri="{FF2B5EF4-FFF2-40B4-BE49-F238E27FC236}">
                <a16:creationId xmlns:a16="http://schemas.microsoft.com/office/drawing/2014/main" id="{7303B719-324D-4B2F-A85B-CA5C1EEF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012" y="1257299"/>
            <a:ext cx="13074650" cy="385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실제 검증 결과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39" name="Google Shape;439;p9">
            <a:extLst xmlns:a="http://schemas.openxmlformats.org/drawingml/2006/main">
              <a:ext uri="{FF2B5EF4-FFF2-40B4-BE49-F238E27FC236}">
                <a16:creationId xmlns:a16="http://schemas.microsoft.com/office/drawing/2014/main" id="{96072931-DF70-47DD-B798-285FEEA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Google Shape;440;p9">
            <a:extLst xmlns:a="http://schemas.openxmlformats.org/drawingml/2006/main">
              <a:ext uri="{FF2B5EF4-FFF2-40B4-BE49-F238E27FC236}">
                <a16:creationId xmlns:a16="http://schemas.microsoft.com/office/drawing/2014/main" id="{04CC969E-0F0C-4B9B-B383-44FBB5F4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1" name="Google Shape;441;p9">
            <a:extLst xmlns:a="http://schemas.openxmlformats.org/drawingml/2006/main">
              <a:ext uri="{FF2B5EF4-FFF2-40B4-BE49-F238E27FC236}">
                <a16:creationId xmlns:a16="http://schemas.microsoft.com/office/drawing/2014/main" id="{475F1CBE-2140-439E-B84A-6D8814AB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2" name="Google Shape;442;p9">
            <a:extLst xmlns:a="http://schemas.openxmlformats.org/drawingml/2006/main">
              <a:ext uri="{FF2B5EF4-FFF2-40B4-BE49-F238E27FC236}">
                <a16:creationId xmlns:a16="http://schemas.microsoft.com/office/drawing/2014/main" id="{C0C49561-45A1-449A-BCDE-025ACA55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174" y="1669064"/>
            <a:ext cx="8232471" cy="5303410"/>
          </a:xfrm>
          <a:prstGeom xmlns:a="http://schemas.openxmlformats.org/drawingml/2006/main" prst="roundRect">
            <a:avLst>
              <a:gd name="adj" fmla="val 16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43" name="Google Shape;443;p9">
            <a:extLst xmlns:a="http://schemas.openxmlformats.org/drawingml/2006/main">
              <a:ext uri="{FF2B5EF4-FFF2-40B4-BE49-F238E27FC236}">
                <a16:creationId xmlns:a16="http://schemas.microsoft.com/office/drawing/2014/main" id="{E28E736E-7894-4A16-B1FB-C2D8F2A3D2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12a5061178444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5622" y="1833656"/>
            <a:ext cx="7901178" cy="43144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44" name="Google Shape;444;p9">
            <a:extLst xmlns:a="http://schemas.openxmlformats.org/drawingml/2006/main">
              <a:ext uri="{FF2B5EF4-FFF2-40B4-BE49-F238E27FC236}">
                <a16:creationId xmlns:a16="http://schemas.microsoft.com/office/drawing/2014/main" id="{2F71695D-E2E3-4DB0-9929-A5771A3E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75" y="6288076"/>
            <a:ext cx="1846586" cy="322079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F8F7"/>
          </a:solidFill>
          <a:ln xmlns:a="http://schemas.openxmlformats.org/drawingml/2006/main" w="12700" cap="flat" cmpd="sng">
            <a:solidFill>
              <a:srgbClr val="E8F8F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5" name="Google Shape;445;p9">
            <a:extLst xmlns:a="http://schemas.openxmlformats.org/drawingml/2006/main">
              <a:ext uri="{FF2B5EF4-FFF2-40B4-BE49-F238E27FC236}">
                <a16:creationId xmlns:a16="http://schemas.microsoft.com/office/drawing/2014/main" id="{B46FF5BE-F1CF-4EEE-B728-4E2A82F7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774" y="6320666"/>
            <a:ext cx="1846586" cy="2683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12B8C4"/>
                </a:solidFill>
                <a:latin typeface="Malgun Gothic"/>
                <a:ea typeface="Malgun Gothic"/>
                <a:cs typeface="Malgun Gothic"/>
              </a:rPr>
              <a:t>실제 Agent Office 화면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46" name="Google Shape;446;p9">
            <a:extLst xmlns:a="http://schemas.openxmlformats.org/drawingml/2006/main">
              <a:ext uri="{FF2B5EF4-FFF2-40B4-BE49-F238E27FC236}">
                <a16:creationId xmlns:a16="http://schemas.microsoft.com/office/drawing/2014/main" id="{4AAE706A-83EF-47D6-92C5-0A47FB11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960" y="6155566"/>
            <a:ext cx="5412871" cy="733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측정 Data 선택 → AI 진단 시작 → 각 Agent가 어느 단계까지 처리 했는지와 진단에 사용된 기술문서 근거 수 확인</a:t>
            </a:r>
            <a:endParaRPr sz="1200" b="0" i="0" u="none" strike="noStrike" cap="none">
              <a:solidFill>
                <a:srgbClr val="62788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47" name="Google Shape;447;p9">
            <a:extLst xmlns:a="http://schemas.openxmlformats.org/drawingml/2006/main">
              <a:ext uri="{FF2B5EF4-FFF2-40B4-BE49-F238E27FC236}">
                <a16:creationId xmlns:a16="http://schemas.microsoft.com/office/drawing/2014/main" id="{54798C6D-51D2-4561-B642-ACE4977C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" y="7086600"/>
            <a:ext cx="13916025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8" name="Google Shape;448;p9">
            <a:extLst xmlns:a="http://schemas.openxmlformats.org/drawingml/2006/main">
              <a:ext uri="{FF2B5EF4-FFF2-40B4-BE49-F238E27FC236}">
                <a16:creationId xmlns:a16="http://schemas.microsoft.com/office/drawing/2014/main" id="{8D6E985C-D655-4433-AB29-83831B54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1448" y="719420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49" name="Google Shape;449;p9">
            <a:extLst xmlns:a="http://schemas.openxmlformats.org/drawingml/2006/main">
              <a:ext uri="{FF2B5EF4-FFF2-40B4-BE49-F238E27FC236}">
                <a16:creationId xmlns:a16="http://schemas.microsoft.com/office/drawing/2014/main" id="{A23048C3-CAAE-49BE-83AB-B0033E5743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a7077507ad44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9463" y="7322218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0" name="Google Shape;450;p9">
            <a:extLst xmlns:a="http://schemas.openxmlformats.org/drawingml/2006/main">
              <a:ext uri="{FF2B5EF4-FFF2-40B4-BE49-F238E27FC236}">
                <a16:creationId xmlns:a16="http://schemas.microsoft.com/office/drawing/2014/main" id="{06F022C8-9F3A-47A9-828A-CB5D1075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4" y="7304633"/>
            <a:ext cx="12839699" cy="310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 대상은 ML Model 하나만이 아니라, 측정 Data가 입력된 순간부터 최종 보고서가 만들어질 때까지의 </a:t>
            </a:r>
            <a:endParaRPr sz="20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전체 Workflow입니다.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1" name="Google Shape;451;p9">
            <a:extLst xmlns:a="http://schemas.openxmlformats.org/drawingml/2006/main">
              <a:ext uri="{FF2B5EF4-FFF2-40B4-BE49-F238E27FC236}">
                <a16:creationId xmlns:a16="http://schemas.microsoft.com/office/drawing/2014/main" id="{2165A545-D6FC-49BE-82D4-48537BD1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2" name="Google Shape;452;p9">
            <a:extLst xmlns:a="http://schemas.openxmlformats.org/drawingml/2006/main">
              <a:ext uri="{FF2B5EF4-FFF2-40B4-BE49-F238E27FC236}">
                <a16:creationId xmlns:a16="http://schemas.microsoft.com/office/drawing/2014/main" id="{7D2E8AB8-41EA-41CF-A4E2-A43B3339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638" y="1672669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3" name="Google Shape;453;p9">
            <a:extLst xmlns:a="http://schemas.openxmlformats.org/drawingml/2006/main">
              <a:ext uri="{FF2B5EF4-FFF2-40B4-BE49-F238E27FC236}">
                <a16:creationId xmlns:a16="http://schemas.microsoft.com/office/drawing/2014/main" id="{833BCE25-042B-40CD-A912-F047F088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7023" y="1691918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2300"/>
              <a:buFont typeface="Malgun Gothic"/>
              <a:buNone/>
            </a:pPr>
            <a:r>
              <a:rPr sz="23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164 / 164</a:t>
            </a:r>
            <a:endParaRPr sz="2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54" name="Google Shape;454;p9">
            <a:extLst xmlns:a="http://schemas.openxmlformats.org/drawingml/2006/main">
              <a:ext uri="{FF2B5EF4-FFF2-40B4-BE49-F238E27FC236}">
                <a16:creationId xmlns:a16="http://schemas.microsoft.com/office/drawing/2014/main" id="{8DF819A3-23A2-44F7-80EA-5C60B34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2122798"/>
            <a:ext cx="2051664" cy="274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Backend Test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55" name="Google Shape;455;p9">
            <a:extLst xmlns:a="http://schemas.openxmlformats.org/drawingml/2006/main">
              <a:ext uri="{FF2B5EF4-FFF2-40B4-BE49-F238E27FC236}">
                <a16:creationId xmlns:a16="http://schemas.microsoft.com/office/drawing/2014/main" id="{E10B389E-C70F-476D-83C9-E655E88C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2360861"/>
            <a:ext cx="2051664" cy="19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000"/>
              <a:buFont typeface="Malgun Gothic"/>
              <a:buNone/>
            </a:pPr>
            <a:r>
              <a:rPr sz="10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최신 전체 테스트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56" name="Google Shape;456;p9">
            <a:extLst xmlns:a="http://schemas.openxmlformats.org/drawingml/2006/main">
              <a:ext uri="{FF2B5EF4-FFF2-40B4-BE49-F238E27FC236}">
                <a16:creationId xmlns:a16="http://schemas.microsoft.com/office/drawing/2014/main" id="{43E512D3-5BAA-4804-9C60-35788B35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1456" y="1672669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p9">
            <a:extLst xmlns:a="http://schemas.openxmlformats.org/drawingml/2006/main">
              <a:ext uri="{FF2B5EF4-FFF2-40B4-BE49-F238E27FC236}">
                <a16:creationId xmlns:a16="http://schemas.microsoft.com/office/drawing/2014/main" id="{C82CD8B4-A08B-41F3-B52F-226852ED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566" y="1690189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9A6C"/>
              </a:buClr>
              <a:buSzPts val="2300"/>
              <a:buFont typeface="Malgun Gothic"/>
              <a:buNone/>
            </a:pPr>
            <a:r>
              <a:rPr sz="2300" b="1" i="0" u="none" strike="noStrike" cap="none">
                <a:solidFill>
                  <a:srgbClr val="2F9A6C"/>
                </a:solidFill>
                <a:latin typeface="Malgun Gothic"/>
                <a:ea typeface="Malgun Gothic"/>
                <a:cs typeface="Malgun Gothic"/>
              </a:rPr>
              <a:t>PASS</a:t>
            </a:r>
            <a:endParaRPr sz="2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58" name="Google Shape;458;p9">
            <a:extLst xmlns:a="http://schemas.openxmlformats.org/drawingml/2006/main">
              <a:ext uri="{FF2B5EF4-FFF2-40B4-BE49-F238E27FC236}">
                <a16:creationId xmlns:a16="http://schemas.microsoft.com/office/drawing/2014/main" id="{3605A847-95AD-4354-9B3C-AF211E80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4716" y="2122798"/>
            <a:ext cx="2051664" cy="274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TypeScript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59" name="Google Shape;459;p9">
            <a:extLst xmlns:a="http://schemas.openxmlformats.org/drawingml/2006/main">
              <a:ext uri="{FF2B5EF4-FFF2-40B4-BE49-F238E27FC236}">
                <a16:creationId xmlns:a16="http://schemas.microsoft.com/office/drawing/2014/main" id="{049639EF-D2CE-4AC1-976E-4BE96B75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4716" y="2360861"/>
            <a:ext cx="2051664" cy="19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000"/>
              <a:buFont typeface="Malgun Gothic"/>
              <a:buNone/>
            </a:pPr>
            <a:r>
              <a:rPr sz="10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Frontend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0" name="Google Shape;460;p9">
            <a:extLst xmlns:a="http://schemas.openxmlformats.org/drawingml/2006/main">
              <a:ext uri="{FF2B5EF4-FFF2-40B4-BE49-F238E27FC236}">
                <a16:creationId xmlns:a16="http://schemas.microsoft.com/office/drawing/2014/main" id="{72E195FA-9284-49BF-BE35-8FA63FAD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638" y="2776100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1" name="Google Shape;461;p9">
            <a:extLst xmlns:a="http://schemas.openxmlformats.org/drawingml/2006/main">
              <a:ext uri="{FF2B5EF4-FFF2-40B4-BE49-F238E27FC236}">
                <a16:creationId xmlns:a16="http://schemas.microsoft.com/office/drawing/2014/main" id="{F54F53F7-86C8-46A9-A333-EBC4240D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598" y="2788282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2300"/>
              <a:buFont typeface="Malgun Gothic"/>
              <a:buNone/>
            </a:pPr>
            <a:r>
              <a:rPr sz="2300" b="1" i="0" u="none" strike="noStrike" cap="none">
                <a:solidFill>
                  <a:srgbClr val="12B8C4"/>
                </a:solidFill>
                <a:latin typeface="Malgun Gothic"/>
                <a:ea typeface="Malgun Gothic"/>
                <a:cs typeface="Malgun Gothic"/>
              </a:rPr>
              <a:t>6 / 6</a:t>
            </a:r>
            <a:endParaRPr sz="2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2" name="Google Shape;462;p9">
            <a:extLst xmlns:a="http://schemas.openxmlformats.org/drawingml/2006/main">
              <a:ext uri="{FF2B5EF4-FFF2-40B4-BE49-F238E27FC236}">
                <a16:creationId xmlns:a16="http://schemas.microsoft.com/office/drawing/2014/main" id="{1896B3B3-36CB-4BAE-8B0B-195250B5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3226229"/>
            <a:ext cx="2051664" cy="274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상태 관리 Test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3" name="Google Shape;463;p9">
            <a:extLst xmlns:a="http://schemas.openxmlformats.org/drawingml/2006/main">
              <a:ext uri="{FF2B5EF4-FFF2-40B4-BE49-F238E27FC236}">
                <a16:creationId xmlns:a16="http://schemas.microsoft.com/office/drawing/2014/main" id="{45F791C4-CC93-4718-8D10-C8FA9319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3464292"/>
            <a:ext cx="2051664" cy="19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000"/>
              <a:buFont typeface="Malgun Gothic"/>
              <a:buNone/>
            </a:pPr>
            <a:r>
              <a:rPr sz="10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Reducer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4" name="Google Shape;464;p9">
            <a:extLst xmlns:a="http://schemas.openxmlformats.org/drawingml/2006/main">
              <a:ext uri="{FF2B5EF4-FFF2-40B4-BE49-F238E27FC236}">
                <a16:creationId xmlns:a16="http://schemas.microsoft.com/office/drawing/2014/main" id="{623958E3-8528-4630-8AB5-1E3BE88D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1456" y="2776100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5" name="Google Shape;465;p9">
            <a:extLst xmlns:a="http://schemas.openxmlformats.org/drawingml/2006/main">
              <a:ext uri="{FF2B5EF4-FFF2-40B4-BE49-F238E27FC236}">
                <a16:creationId xmlns:a16="http://schemas.microsoft.com/office/drawing/2014/main" id="{21AB9E5C-A6D1-49E0-98AF-E399DB00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566" y="2788282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9A6C"/>
              </a:buClr>
              <a:buSzPts val="2300"/>
              <a:buFont typeface="Malgun Gothic"/>
              <a:buNone/>
            </a:pPr>
            <a:r>
              <a:rPr sz="2300" b="1" i="0" u="none" strike="noStrike" cap="none">
                <a:solidFill>
                  <a:srgbClr val="2F9A6C"/>
                </a:solidFill>
                <a:latin typeface="Malgun Gothic"/>
                <a:ea typeface="Malgun Gothic"/>
                <a:cs typeface="Malgun Gothic"/>
              </a:rPr>
              <a:t>PASS</a:t>
            </a:r>
            <a:endParaRPr sz="2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6" name="Google Shape;466;p9">
            <a:extLst xmlns:a="http://schemas.openxmlformats.org/drawingml/2006/main">
              <a:ext uri="{FF2B5EF4-FFF2-40B4-BE49-F238E27FC236}">
                <a16:creationId xmlns:a16="http://schemas.microsoft.com/office/drawing/2014/main" id="{3E1D3A21-0EE4-46DE-9545-40BAB559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4716" y="3226229"/>
            <a:ext cx="2051664" cy="274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Production Build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7" name="Google Shape;467;p9">
            <a:extLst xmlns:a="http://schemas.openxmlformats.org/drawingml/2006/main">
              <a:ext uri="{FF2B5EF4-FFF2-40B4-BE49-F238E27FC236}">
                <a16:creationId xmlns:a16="http://schemas.microsoft.com/office/drawing/2014/main" id="{70D2D2F7-790B-4EF7-9D12-33851FF3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4716" y="3464292"/>
            <a:ext cx="2051664" cy="19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000"/>
              <a:buFont typeface="Malgun Gothic"/>
              <a:buNone/>
            </a:pPr>
            <a:r>
              <a:rPr sz="10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Frontend build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8" name="Google Shape;468;p9">
            <a:extLst xmlns:a="http://schemas.openxmlformats.org/drawingml/2006/main">
              <a:ext uri="{FF2B5EF4-FFF2-40B4-BE49-F238E27FC236}">
                <a16:creationId xmlns:a16="http://schemas.microsoft.com/office/drawing/2014/main" id="{5210C685-355E-4A67-9772-B74E4B15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638" y="3879747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9" name="Google Shape;469;p9">
            <a:extLst xmlns:a="http://schemas.openxmlformats.org/drawingml/2006/main">
              <a:ext uri="{FF2B5EF4-FFF2-40B4-BE49-F238E27FC236}">
                <a16:creationId xmlns:a16="http://schemas.microsoft.com/office/drawing/2014/main" id="{747C2472-E3EA-4B31-AF6A-8630D62F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598" y="3888651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9A6C"/>
              </a:buClr>
              <a:buSzPts val="2300"/>
              <a:buFont typeface="Malgun Gothic"/>
              <a:buNone/>
            </a:pPr>
            <a:r>
              <a:rPr sz="2300" b="1" i="0" u="none" strike="noStrike" cap="none">
                <a:solidFill>
                  <a:srgbClr val="2F9A6C"/>
                </a:solidFill>
                <a:latin typeface="Malgun Gothic"/>
                <a:ea typeface="Malgun Gothic"/>
                <a:cs typeface="Malgun Gothic"/>
              </a:rPr>
              <a:t>READY</a:t>
            </a:r>
            <a:endParaRPr sz="2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0" name="Google Shape;470;p9">
            <a:extLst xmlns:a="http://schemas.openxmlformats.org/drawingml/2006/main">
              <a:ext uri="{FF2B5EF4-FFF2-40B4-BE49-F238E27FC236}">
                <a16:creationId xmlns:a16="http://schemas.microsoft.com/office/drawing/2014/main" id="{0951F796-D22D-410A-8ABE-73F4245B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4281360"/>
            <a:ext cx="2051664" cy="274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시스템 상태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1" name="Google Shape;471;p9">
            <a:extLst xmlns:a="http://schemas.openxmlformats.org/drawingml/2006/main">
              <a:ext uri="{FF2B5EF4-FFF2-40B4-BE49-F238E27FC236}">
                <a16:creationId xmlns:a16="http://schemas.microsoft.com/office/drawing/2014/main" id="{824A430F-9EB2-42EA-B4B3-4E6DB94F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748" y="4519423"/>
            <a:ext cx="2051664" cy="19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000"/>
              <a:buFont typeface="Malgun Gothic"/>
              <a:buNone/>
            </a:pPr>
            <a:r>
              <a:rPr sz="10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Runtime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2" name="Google Shape;472;p9">
            <a:extLst xmlns:a="http://schemas.openxmlformats.org/drawingml/2006/main">
              <a:ext uri="{FF2B5EF4-FFF2-40B4-BE49-F238E27FC236}">
                <a16:creationId xmlns:a16="http://schemas.microsoft.com/office/drawing/2014/main" id="{90F857CA-E91C-4A0D-9EE9-2831F86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1456" y="3876763"/>
            <a:ext cx="2674292" cy="101954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3" name="Google Shape;473;p9">
            <a:extLst xmlns:a="http://schemas.openxmlformats.org/drawingml/2006/main">
              <a:ext uri="{FF2B5EF4-FFF2-40B4-BE49-F238E27FC236}">
                <a16:creationId xmlns:a16="http://schemas.microsoft.com/office/drawing/2014/main" id="{4DD32C03-BF6C-4944-AB0B-2E862640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998" y="3876713"/>
            <a:ext cx="2051664" cy="395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0.862</a:t>
            </a:r>
            <a:endParaRPr sz="2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4" name="Google Shape;474;p9">
            <a:extLst xmlns:a="http://schemas.openxmlformats.org/drawingml/2006/main">
              <a:ext uri="{FF2B5EF4-FFF2-40B4-BE49-F238E27FC236}">
                <a16:creationId xmlns:a16="http://schemas.microsoft.com/office/drawing/2014/main" id="{B4102C13-A18B-4A8A-B97F-FD1EE6D5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637" y="4980409"/>
            <a:ext cx="5454111" cy="160865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5" name="Google Shape;475;p9">
            <a:extLst xmlns:a="http://schemas.openxmlformats.org/drawingml/2006/main">
              <a:ext uri="{FF2B5EF4-FFF2-40B4-BE49-F238E27FC236}">
                <a16:creationId xmlns:a16="http://schemas.microsoft.com/office/drawing/2014/main" id="{16A2DC3B-85C6-495D-9177-34ECB30C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949" y="5201373"/>
            <a:ext cx="944629" cy="230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검증 범위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6" name="Google Shape;476;p9">
            <a:extLst xmlns:a="http://schemas.openxmlformats.org/drawingml/2006/main">
              <a:ext uri="{FF2B5EF4-FFF2-40B4-BE49-F238E27FC236}">
                <a16:creationId xmlns:a16="http://schemas.microsoft.com/office/drawing/2014/main" id="{AA77E2D6-A976-4F8F-B6B6-5557A26C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145" y="4987415"/>
            <a:ext cx="4126585" cy="15999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정상·이상 판정에 따라 서로 다른 작업 수행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이상 판정 시 기술문서 근거 연결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중요 조치 시 작업자에게 판단 요청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작업자의 선택을 반영해 멈춘 지점부터 이어서 실행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과거 진단 과정·최종 보고서 다시 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1450" marR="0" lvl="0" indent="-1714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050"/>
              <a:buFont typeface="Noto Sans Symbols"/>
              <a:buChar char="✔"/>
            </a:pPr>
            <a:r>
              <a:rPr sz="105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AI Agent의 현재 작업 진행 상태를 화면에 실시간 표시</a:t>
            </a:r>
            <a:endParaRPr sz="105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7" name="Google Shape;477;p9">
            <a:extLst xmlns:a="http://schemas.openxmlformats.org/drawingml/2006/main">
              <a:ext uri="{FF2B5EF4-FFF2-40B4-BE49-F238E27FC236}">
                <a16:creationId xmlns:a16="http://schemas.microsoft.com/office/drawing/2014/main" id="{70413204-4F6C-4388-8C1E-62984212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637" y="6669810"/>
            <a:ext cx="5454111" cy="302664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8" name="Google Shape;478;p9">
            <a:extLst xmlns:a="http://schemas.openxmlformats.org/drawingml/2006/main">
              <a:ext uri="{FF2B5EF4-FFF2-40B4-BE49-F238E27FC236}">
                <a16:creationId xmlns:a16="http://schemas.microsoft.com/office/drawing/2014/main" id="{48C20D97-45CC-44DB-8DA4-0F018B9C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3342" y="4217381"/>
            <a:ext cx="2624346" cy="336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200"/>
              <a:buFont typeface="Malgun Gothic"/>
              <a:buNone/>
            </a:pPr>
            <a:r>
              <a:rPr sz="12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RAG MRR</a:t>
            </a:r>
            <a:endParaRPr sz="11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9" name="Google Shape;479;p9">
            <a:extLst xmlns:a="http://schemas.openxmlformats.org/drawingml/2006/main">
              <a:ext uri="{FF2B5EF4-FFF2-40B4-BE49-F238E27FC236}">
                <a16:creationId xmlns:a16="http://schemas.microsoft.com/office/drawing/2014/main" id="{B13E9823-5EFD-4E16-B4A5-D89B8B55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566" y="4553427"/>
            <a:ext cx="2382014" cy="306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900"/>
              <a:buFont typeface="Malgun Gothic"/>
              <a:buNone/>
            </a:pPr>
            <a:r>
              <a:rPr sz="900" b="1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Hit@5 0.913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0" name="Google Shape;480;p9">
            <a:extLst xmlns:a="http://schemas.openxmlformats.org/drawingml/2006/main">
              <a:ext uri="{FF2B5EF4-FFF2-40B4-BE49-F238E27FC236}">
                <a16:creationId xmlns:a16="http://schemas.microsoft.com/office/drawing/2014/main" id="{A8DDE445-D397-4F9F-B527-1E178011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3773" y="4283842"/>
            <a:ext cx="2624346" cy="336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800"/>
              <a:buFont typeface="Malgun Gothic"/>
              <a:buNone/>
            </a:pPr>
            <a:r>
              <a:rPr sz="8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근거가 검색 결과 상위에 나타나는</a:t>
            </a:r>
            <a:endParaRPr sz="800" b="0" i="0" u="none" strike="noStrike" cap="none">
              <a:solidFill>
                <a:srgbClr val="62788A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800"/>
              <a:buFont typeface="Malgun Gothic"/>
              <a:buNone/>
            </a:pPr>
            <a:r>
              <a:rPr sz="8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정도이며, 1에 가까울 수록 높음</a:t>
            </a:r>
            <a:endParaRPr sz="11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81" name="Google Shape;481;p9">
            <a:extLst xmlns:a="http://schemas.openxmlformats.org/drawingml/2006/main">
              <a:ext uri="{FF2B5EF4-FFF2-40B4-BE49-F238E27FC236}">
                <a16:creationId xmlns:a16="http://schemas.microsoft.com/office/drawing/2014/main" id="{EBBF59E7-9A97-47D2-81E0-07F2DB32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8456" y="4553427"/>
            <a:ext cx="2382014" cy="306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800"/>
              <a:buFont typeface="Malgun Gothic"/>
              <a:buNone/>
            </a:pPr>
            <a:r>
              <a:rPr sz="8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상위 5에 포함된 비율 91.3%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82" name="Google Shape;482;p9">
            <a:extLst xmlns:a="http://schemas.openxmlformats.org/drawingml/2006/main">
              <a:ext uri="{FF2B5EF4-FFF2-40B4-BE49-F238E27FC236}">
                <a16:creationId xmlns:a16="http://schemas.microsoft.com/office/drawing/2014/main" id="{2B2025D2-43BD-4D36-8674-035E6411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1881" y="6645721"/>
            <a:ext cx="516425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*SSE: AI Agent의 작업 진행 상태를 화면에 전달하는 방식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9040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8" name="Google Shape;488;p10">
            <a:extLst xmlns:a="http://schemas.openxmlformats.org/drawingml/2006/main">
              <a:ext uri="{FF2B5EF4-FFF2-40B4-BE49-F238E27FC236}">
                <a16:creationId xmlns:a16="http://schemas.microsoft.com/office/drawing/2014/main" id="{E2D5F5D5-158D-40CB-B36A-8524124D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" y="7086600"/>
            <a:ext cx="13916025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9" name="Google Shape;489;p10">
            <a:extLst xmlns:a="http://schemas.openxmlformats.org/drawingml/2006/main">
              <a:ext uri="{FF2B5EF4-FFF2-40B4-BE49-F238E27FC236}">
                <a16:creationId xmlns:a16="http://schemas.microsoft.com/office/drawing/2014/main" id="{7C2EE346-9EB9-4CBA-9511-6A92F814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0" name="Google Shape;490;p10">
            <a:extLst xmlns:a="http://schemas.openxmlformats.org/drawingml/2006/main">
              <a:ext uri="{FF2B5EF4-FFF2-40B4-BE49-F238E27FC236}">
                <a16:creationId xmlns:a16="http://schemas.microsoft.com/office/drawing/2014/main" id="{AD4BE69B-BFE3-4937-8F48-3726EBD8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1" name="Google Shape;491;p10">
            <a:extLst xmlns:a="http://schemas.openxmlformats.org/drawingml/2006/main">
              <a:ext uri="{FF2B5EF4-FFF2-40B4-BE49-F238E27FC236}">
                <a16:creationId xmlns:a16="http://schemas.microsoft.com/office/drawing/2014/main" id="{AF5ABD9E-1418-4965-9A0B-605BEAAA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2" name="Google Shape;492;p10">
            <a:extLst xmlns:a="http://schemas.openxmlformats.org/drawingml/2006/main">
              <a:ext uri="{FF2B5EF4-FFF2-40B4-BE49-F238E27FC236}">
                <a16:creationId xmlns:a16="http://schemas.microsoft.com/office/drawing/2014/main" id="{2278CD91-2110-4569-A9E1-F0FAC406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3" name="Google Shape;493;p10">
            <a:extLst xmlns:a="http://schemas.openxmlformats.org/drawingml/2006/main">
              <a:ext uri="{FF2B5EF4-FFF2-40B4-BE49-F238E27FC236}">
                <a16:creationId xmlns:a16="http://schemas.microsoft.com/office/drawing/2014/main" id="{01260CBD-D77F-45B8-844A-8B116D5C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4" name="Google Shape;494;p10">
            <a:extLst xmlns:a="http://schemas.openxmlformats.org/drawingml/2006/main">
              <a:ext uri="{FF2B5EF4-FFF2-40B4-BE49-F238E27FC236}">
                <a16:creationId xmlns:a16="http://schemas.microsoft.com/office/drawing/2014/main" id="{B56F32FB-D419-4AD3-9202-063828D8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5" name="Google Shape;495;p10">
            <a:extLst xmlns:a="http://schemas.openxmlformats.org/drawingml/2006/main">
              <a:ext uri="{FF2B5EF4-FFF2-40B4-BE49-F238E27FC236}">
                <a16:creationId xmlns:a16="http://schemas.microsoft.com/office/drawing/2014/main" id="{53C61AE7-5D6A-4188-913B-220FE862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6" name="Google Shape;496;p10">
            <a:extLst xmlns:a="http://schemas.openxmlformats.org/drawingml/2006/main">
              <a:ext uri="{FF2B5EF4-FFF2-40B4-BE49-F238E27FC236}">
                <a16:creationId xmlns:a16="http://schemas.microsoft.com/office/drawing/2014/main" id="{4B92AA70-0F52-49FB-B658-832C99FE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7" name="Google Shape;497;p10">
            <a:extLst xmlns:a="http://schemas.openxmlformats.org/drawingml/2006/main">
              <a:ext uri="{FF2B5EF4-FFF2-40B4-BE49-F238E27FC236}">
                <a16:creationId xmlns:a16="http://schemas.microsoft.com/office/drawing/2014/main" id="{EB0B3869-AA0E-4077-92EA-186F2073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8" name="Google Shape;498;p10">
            <a:extLst xmlns:a="http://schemas.openxmlformats.org/drawingml/2006/main">
              <a:ext uri="{FF2B5EF4-FFF2-40B4-BE49-F238E27FC236}">
                <a16:creationId xmlns:a16="http://schemas.microsoft.com/office/drawing/2014/main" id="{5F7CD37F-68C5-4DCA-A9B5-C52B80E0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29" y="1235202"/>
            <a:ext cx="2836474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9" name="Google Shape;499;p10">
            <a:extLst xmlns:a="http://schemas.openxmlformats.org/drawingml/2006/main">
              <a:ext uri="{FF2B5EF4-FFF2-40B4-BE49-F238E27FC236}">
                <a16:creationId xmlns:a16="http://schemas.microsoft.com/office/drawing/2014/main" id="{C0396F7B-33F8-41EF-B2CF-1640FC46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0" name="Google Shape;500;p10">
            <a:extLst xmlns:a="http://schemas.openxmlformats.org/drawingml/2006/main">
              <a:ext uri="{FF2B5EF4-FFF2-40B4-BE49-F238E27FC236}">
                <a16:creationId xmlns:a16="http://schemas.microsoft.com/office/drawing/2014/main" id="{92DDF5BB-F0D2-47B9-ABC4-6D977B57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AI는 이상 원인과 점검·조치 방향을 제안하고, 중요한 결정은 작업자가 합니다.</a:t>
            </a:r>
            <a:endParaRPr sz="24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01" name="Google Shape;501;p10">
            <a:extLst xmlns:a="http://schemas.openxmlformats.org/drawingml/2006/main">
              <a:ext uri="{FF2B5EF4-FFF2-40B4-BE49-F238E27FC236}">
                <a16:creationId xmlns:a16="http://schemas.microsoft.com/office/drawing/2014/main" id="{817835B7-FCAD-4927-BEDD-EC7231D5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51" y="125730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EVIDENCE + HITL + SAFETY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2" name="Google Shape;502;p10">
            <a:extLst xmlns:a="http://schemas.openxmlformats.org/drawingml/2006/main">
              <a:ext uri="{FF2B5EF4-FFF2-40B4-BE49-F238E27FC236}">
                <a16:creationId xmlns:a16="http://schemas.microsoft.com/office/drawing/2014/main" id="{12A3D825-3E1A-4148-BCE7-399DB70C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3" name="Google Shape;503;p10">
            <a:extLst xmlns:a="http://schemas.openxmlformats.org/drawingml/2006/main">
              <a:ext uri="{FF2B5EF4-FFF2-40B4-BE49-F238E27FC236}">
                <a16:creationId xmlns:a16="http://schemas.microsoft.com/office/drawing/2014/main" id="{678C9DA0-D052-46D5-87FC-6EE257C0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4" name="Google Shape;504;p10">
            <a:extLst xmlns:a="http://schemas.openxmlformats.org/drawingml/2006/main">
              <a:ext uri="{FF2B5EF4-FFF2-40B4-BE49-F238E27FC236}">
                <a16:creationId xmlns:a16="http://schemas.microsoft.com/office/drawing/2014/main" id="{C3A42484-630A-49D8-933F-E89101B1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19" y="7264644"/>
            <a:ext cx="1352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AI가 자동으로 설비를 제어하지 않습니다. 중요한 결정은 작업자가 합니다.</a:t>
            </a:r>
            <a:endParaRPr sz="20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05" name="Google Shape;505;p10">
            <a:extLst xmlns:a="http://schemas.openxmlformats.org/drawingml/2006/main">
              <a:ext uri="{FF2B5EF4-FFF2-40B4-BE49-F238E27FC236}">
                <a16:creationId xmlns:a16="http://schemas.microsoft.com/office/drawing/2014/main" id="{6A77002D-B6CE-4D72-8B68-2977E0E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116" y="7180795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06" name="Google Shape;506;p10">
            <a:extLst xmlns:a="http://schemas.openxmlformats.org/drawingml/2006/main">
              <a:ext uri="{FF2B5EF4-FFF2-40B4-BE49-F238E27FC236}">
                <a16:creationId xmlns:a16="http://schemas.microsoft.com/office/drawing/2014/main" id="{4D8E301F-6030-46F9-912D-6869E4B34D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cb9043055b471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010131" y="7308811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07" name="Google Shape;507;p10">
            <a:extLst xmlns:a="http://schemas.openxmlformats.org/drawingml/2006/main">
              <a:ext uri="{FF2B5EF4-FFF2-40B4-BE49-F238E27FC236}">
                <a16:creationId xmlns:a16="http://schemas.microsoft.com/office/drawing/2014/main" id="{33C387FA-5ED8-439C-8998-38555234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8" name="Google Shape;508;p10">
            <a:extLst xmlns:a="http://schemas.openxmlformats.org/drawingml/2006/main">
              <a:ext uri="{FF2B5EF4-FFF2-40B4-BE49-F238E27FC236}">
                <a16:creationId xmlns:a16="http://schemas.microsoft.com/office/drawing/2014/main" id="{B0611A0C-70DC-4441-A21D-C65DF7C7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6123"/>
            <a:ext cx="4047985" cy="5032629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9" name="Google Shape;509;p10">
            <a:extLst xmlns:a="http://schemas.openxmlformats.org/drawingml/2006/main">
              <a:ext uri="{FF2B5EF4-FFF2-40B4-BE49-F238E27FC236}">
                <a16:creationId xmlns:a16="http://schemas.microsoft.com/office/drawing/2014/main" id="{888F37F4-5F71-4E6C-9945-926476AF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88" y="1934396"/>
            <a:ext cx="3391556" cy="306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기술 문서 근거(Evidence)</a:t>
            </a:r>
            <a:endParaRPr sz="2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0" name="Google Shape;510;p10">
            <a:extLst xmlns:a="http://schemas.openxmlformats.org/drawingml/2006/main">
              <a:ext uri="{FF2B5EF4-FFF2-40B4-BE49-F238E27FC236}">
                <a16:creationId xmlns:a16="http://schemas.microsoft.com/office/drawing/2014/main" id="{8255F96F-968F-4F36-AB38-1B4BD9B8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88" y="2478816"/>
            <a:ext cx="2625715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800"/>
              <a:buFont typeface="Malgun Gothic"/>
              <a:buNone/>
            </a:pPr>
            <a:r>
              <a:rPr sz="18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RAG 검색</a:t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1" name="Google Shape;511;p10">
            <a:extLst xmlns:a="http://schemas.openxmlformats.org/drawingml/2006/main">
              <a:ext uri="{FF2B5EF4-FFF2-40B4-BE49-F238E27FC236}">
                <a16:creationId xmlns:a16="http://schemas.microsoft.com/office/drawing/2014/main" id="{2AB81F68-DAAF-41CF-A929-89AA05A1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88" y="2775410"/>
            <a:ext cx="437619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2B8C4"/>
              </a:buClr>
              <a:buSzPts val="2400"/>
              <a:buFont typeface="Malgun Gothic"/>
              <a:buNone/>
            </a:pPr>
            <a:r>
              <a:rPr sz="2400" b="1" i="0" u="none" strike="noStrike" cap="none">
                <a:solidFill>
                  <a:srgbClr val="12B8C4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2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2" name="Google Shape;512;p10">
            <a:extLst xmlns:a="http://schemas.openxmlformats.org/drawingml/2006/main">
              <a:ext uri="{FF2B5EF4-FFF2-40B4-BE49-F238E27FC236}">
                <a16:creationId xmlns:a16="http://schemas.microsoft.com/office/drawing/2014/main" id="{A2D28091-1330-4345-A558-76A56A57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88" y="3178856"/>
            <a:ext cx="3063338" cy="7111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문서명 · 페이지 · Section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0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문서 조각(Chunk) · 검색 점수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3" name="Google Shape;513;p10">
            <a:extLst xmlns:a="http://schemas.openxmlformats.org/drawingml/2006/main">
              <a:ext uri="{FF2B5EF4-FFF2-40B4-BE49-F238E27FC236}">
                <a16:creationId xmlns:a16="http://schemas.microsoft.com/office/drawing/2014/main" id="{518A84CE-44F1-4902-8202-25E4D4CC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630" y="3727367"/>
            <a:ext cx="2953936" cy="306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6CD3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2D6CD3"/>
                </a:solidFill>
                <a:latin typeface="Malgun Gothic"/>
                <a:ea typeface="Malgun Gothic"/>
                <a:cs typeface="Malgun Gothic"/>
              </a:rPr>
              <a:t>↓  진단에 사용한 근거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4" name="Google Shape;514;p10">
            <a:extLst xmlns:a="http://schemas.openxmlformats.org/drawingml/2006/main">
              <a:ext uri="{FF2B5EF4-FFF2-40B4-BE49-F238E27FC236}">
                <a16:creationId xmlns:a16="http://schemas.microsoft.com/office/drawing/2014/main" id="{78E2A1DC-1AA4-4832-B134-BD8E3413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89" y="4388740"/>
            <a:ext cx="3480874" cy="10722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" name="Google Shape;515;p10">
            <a:extLst xmlns:a="http://schemas.openxmlformats.org/drawingml/2006/main">
              <a:ext uri="{FF2B5EF4-FFF2-40B4-BE49-F238E27FC236}">
                <a16:creationId xmlns:a16="http://schemas.microsoft.com/office/drawing/2014/main" id="{18097BF5-D0E1-430E-BC56-92D9AE15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648" y="4105827"/>
            <a:ext cx="3254396" cy="15999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RAG 검색 점수 =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현재 상황과 기술문서 내용의 관련 정도</a:t>
            </a:r>
            <a:endParaRPr sz="1400" b="0" i="0" u="none" strike="noStrike" cap="none">
              <a:solidFill>
                <a:srgbClr val="62788A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※ 실제 고장 원인이 맞을 확률은 아님.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6" name="Google Shape;516;p10">
            <a:extLst xmlns:a="http://schemas.openxmlformats.org/drawingml/2006/main">
              <a:ext uri="{FF2B5EF4-FFF2-40B4-BE49-F238E27FC236}">
                <a16:creationId xmlns:a16="http://schemas.microsoft.com/office/drawing/2014/main" id="{24938F14-894F-40B2-9350-F59C485A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334" y="1746123"/>
            <a:ext cx="4069865" cy="5032629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7" name="Google Shape;517;p10">
            <a:extLst xmlns:a="http://schemas.openxmlformats.org/drawingml/2006/main">
              <a:ext uri="{FF2B5EF4-FFF2-40B4-BE49-F238E27FC236}">
                <a16:creationId xmlns:a16="http://schemas.microsoft.com/office/drawing/2014/main" id="{3935C499-270C-4CBE-89F7-C07AF526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3162" y="1976968"/>
            <a:ext cx="3822978" cy="221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7A1C"/>
              </a:buClr>
              <a:buSzPts val="2000"/>
              <a:buFont typeface="Malgun Gothic"/>
              <a:buNone/>
            </a:pPr>
            <a:r>
              <a:rPr sz="2000" b="1" i="0" u="none" strike="noStrike" cap="none">
                <a:solidFill>
                  <a:srgbClr val="D37A1C"/>
                </a:solidFill>
                <a:latin typeface="Malgun Gothic"/>
                <a:ea typeface="Malgun Gothic"/>
                <a:cs typeface="Malgun Gothic"/>
              </a:rPr>
              <a:t>작업자 확인(HITL)</a:t>
            </a:r>
            <a:endParaRPr sz="2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8" name="Google Shape;518;p10">
            <a:extLst xmlns:a="http://schemas.openxmlformats.org/drawingml/2006/main">
              <a:ext uri="{FF2B5EF4-FFF2-40B4-BE49-F238E27FC236}">
                <a16:creationId xmlns:a16="http://schemas.microsoft.com/office/drawing/2014/main" id="{133A63E1-A0BC-4DDE-A0BA-B738543C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2477643"/>
            <a:ext cx="3260266" cy="579846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9" name="Google Shape;519;p10">
            <a:extLst xmlns:a="http://schemas.openxmlformats.org/drawingml/2006/main">
              <a:ext uri="{FF2B5EF4-FFF2-40B4-BE49-F238E27FC236}">
                <a16:creationId xmlns:a16="http://schemas.microsoft.com/office/drawing/2014/main" id="{1D77834B-BA95-4027-9B69-D7E4A8E9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2477643"/>
            <a:ext cx="3260266" cy="579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중요 조치 발생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0" name="Google Shape;520;p10">
            <a:extLst xmlns:a="http://schemas.openxmlformats.org/drawingml/2006/main">
              <a:ext uri="{FF2B5EF4-FFF2-40B4-BE49-F238E27FC236}">
                <a16:creationId xmlns:a16="http://schemas.microsoft.com/office/drawing/2014/main" id="{021C1628-E4AB-465B-A2A0-FF99FA5B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714" y="3036624"/>
            <a:ext cx="547024" cy="22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7A1C"/>
              </a:buClr>
              <a:buSzPts val="1800"/>
              <a:buFont typeface="Malgun Gothic"/>
              <a:buNone/>
            </a:pPr>
            <a:r>
              <a:rPr sz="1800" b="1" i="0" u="none" strike="noStrike" cap="none">
                <a:solidFill>
                  <a:srgbClr val="D37A1C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1" name="Google Shape;521;p10">
            <a:extLst xmlns:a="http://schemas.openxmlformats.org/drawingml/2006/main">
              <a:ext uri="{FF2B5EF4-FFF2-40B4-BE49-F238E27FC236}">
                <a16:creationId xmlns:a16="http://schemas.microsoft.com/office/drawing/2014/main" id="{ABCBE7DD-3948-43FE-BF20-A0174943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3267655"/>
            <a:ext cx="3260266" cy="579846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2700" cap="flat" cmpd="sng">
            <a:solidFill>
              <a:srgbClr val="F0C694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2" name="Google Shape;522;p10">
            <a:extLst xmlns:a="http://schemas.openxmlformats.org/drawingml/2006/main">
              <a:ext uri="{FF2B5EF4-FFF2-40B4-BE49-F238E27FC236}">
                <a16:creationId xmlns:a16="http://schemas.microsoft.com/office/drawing/2014/main" id="{44B79DE0-F24A-49C9-A2D9-401F80AE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3267655"/>
            <a:ext cx="3260266" cy="579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작업자 확인 대기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3" name="Google Shape;523;p10">
            <a:extLst xmlns:a="http://schemas.openxmlformats.org/drawingml/2006/main">
              <a:ext uri="{FF2B5EF4-FFF2-40B4-BE49-F238E27FC236}">
                <a16:creationId xmlns:a16="http://schemas.microsoft.com/office/drawing/2014/main" id="{03CAB2A8-B975-4B20-8D38-BFF8F7D4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714" y="3815061"/>
            <a:ext cx="547024" cy="22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7A1C"/>
              </a:buClr>
              <a:buSzPts val="1800"/>
              <a:buFont typeface="Malgun Gothic"/>
              <a:buNone/>
            </a:pPr>
            <a:r>
              <a:rPr sz="1800" b="1" i="0" u="none" strike="noStrike" cap="none">
                <a:solidFill>
                  <a:srgbClr val="D37A1C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4" name="Google Shape;524;p10">
            <a:extLst xmlns:a="http://schemas.openxmlformats.org/drawingml/2006/main">
              <a:ext uri="{FF2B5EF4-FFF2-40B4-BE49-F238E27FC236}">
                <a16:creationId xmlns:a16="http://schemas.microsoft.com/office/drawing/2014/main" id="{712C60BF-0F89-4F0D-95F6-FFCD62F8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4057667"/>
            <a:ext cx="3260266" cy="579846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5" name="Google Shape;525;p10">
            <a:extLst xmlns:a="http://schemas.openxmlformats.org/drawingml/2006/main">
              <a:ext uri="{FF2B5EF4-FFF2-40B4-BE49-F238E27FC236}">
                <a16:creationId xmlns:a16="http://schemas.microsoft.com/office/drawing/2014/main" id="{B5CD4DAE-0766-4C28-9DB9-BBAE22EC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518" y="4057667"/>
            <a:ext cx="3260266" cy="579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승인 · 수정 요청 · 거절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6" name="Google Shape;526;p10">
            <a:extLst xmlns:a="http://schemas.openxmlformats.org/drawingml/2006/main">
              <a:ext uri="{FF2B5EF4-FFF2-40B4-BE49-F238E27FC236}">
                <a16:creationId xmlns:a16="http://schemas.microsoft.com/office/drawing/2014/main" id="{FDA98696-44B0-4C26-8A37-00AA3C8B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714" y="4605073"/>
            <a:ext cx="547024" cy="22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7A1C"/>
              </a:buClr>
              <a:buSzPts val="1800"/>
              <a:buFont typeface="Malgun Gothic"/>
              <a:buNone/>
            </a:pPr>
            <a:r>
              <a:rPr sz="1800" b="1" i="0" u="none" strike="noStrike" cap="none">
                <a:solidFill>
                  <a:srgbClr val="D37A1C"/>
                </a:solidFill>
                <a:latin typeface="Malgun Gothic"/>
                <a:ea typeface="Malgun Gothic"/>
                <a:cs typeface="Malgun Gothic"/>
              </a:rPr>
              <a:t>↓</a:t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7" name="Google Shape;527;p10">
            <a:extLst xmlns:a="http://schemas.openxmlformats.org/drawingml/2006/main">
              <a:ext uri="{FF2B5EF4-FFF2-40B4-BE49-F238E27FC236}">
                <a16:creationId xmlns:a16="http://schemas.microsoft.com/office/drawing/2014/main" id="{0EF76C14-AA4F-41A2-AD6F-C0BE3C35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093" y="4847679"/>
            <a:ext cx="3260266" cy="579846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8FB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8" name="Google Shape;528;p10">
            <a:extLst xmlns:a="http://schemas.openxmlformats.org/drawingml/2006/main">
              <a:ext uri="{FF2B5EF4-FFF2-40B4-BE49-F238E27FC236}">
                <a16:creationId xmlns:a16="http://schemas.microsoft.com/office/drawing/2014/main" id="{B909934A-2119-44AF-8425-13377A87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093" y="4847679"/>
            <a:ext cx="3260266" cy="5798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25" tIns="625" rIns="625" bIns="6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저장된 중단 지점부터 이어 실행</a:t>
            </a:r>
            <a:endParaRPr sz="16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29" name="Google Shape;529;p10">
            <a:extLst xmlns:a="http://schemas.openxmlformats.org/drawingml/2006/main">
              <a:ext uri="{FF2B5EF4-FFF2-40B4-BE49-F238E27FC236}">
                <a16:creationId xmlns:a16="http://schemas.microsoft.com/office/drawing/2014/main" id="{EB82F8E1-5525-4DEE-BC93-2AFC064B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7538" y="6202906"/>
            <a:ext cx="3740681" cy="50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400"/>
              <a:buFont typeface="Noto Sans Symbols"/>
              <a:buChar char="✔"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Checkpoint = AI Workflow가 멈춘 위치를 기억(저장)하는 지점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0" name="Google Shape;530;p10">
            <a:extLst xmlns:a="http://schemas.openxmlformats.org/drawingml/2006/main">
              <a:ext uri="{FF2B5EF4-FFF2-40B4-BE49-F238E27FC236}">
                <a16:creationId xmlns:a16="http://schemas.microsoft.com/office/drawing/2014/main" id="{566CA75F-4787-4DDA-8E4E-9DAB2AEA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2605" y="1746123"/>
            <a:ext cx="4649711" cy="5079545"/>
          </a:xfrm>
          <a:prstGeom xmlns:a="http://schemas.openxmlformats.org/drawingml/2006/main" prst="roundRect">
            <a:avLst>
              <a:gd name="adj" fmla="val 1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240" dist="50800" dir="2700000" algn="bl" rotWithShape="0">
              <a:srgbClr val="B8C6D0">
                <a:alpha val="1607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1" name="Google Shape;531;p10">
            <a:extLst xmlns:a="http://schemas.openxmlformats.org/drawingml/2006/main">
              <a:ext uri="{FF2B5EF4-FFF2-40B4-BE49-F238E27FC236}">
                <a16:creationId xmlns:a16="http://schemas.microsoft.com/office/drawing/2014/main" id="{E05CFC22-5EAC-4A7A-A5B2-A7C072D4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1" y="1934396"/>
            <a:ext cx="2735126" cy="306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2000"/>
              <a:buFont typeface="Malgun Gothic"/>
              <a:buNone/>
            </a:pPr>
            <a:r>
              <a:rPr sz="20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안전(Safety) 통제</a:t>
            </a:r>
            <a:endParaRPr sz="2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2" name="Google Shape;532;p10">
            <a:extLst xmlns:a="http://schemas.openxmlformats.org/drawingml/2006/main">
              <a:ext uri="{FF2B5EF4-FFF2-40B4-BE49-F238E27FC236}">
                <a16:creationId xmlns:a16="http://schemas.microsoft.com/office/drawing/2014/main" id="{0B6A54B8-61D5-4BBE-BDBB-4239BF83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2565595"/>
            <a:ext cx="601727" cy="32821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BEAE6"/>
          </a:solidFill>
          <a:ln xmlns:a="http://schemas.openxmlformats.org/drawingml/2006/main" w="12700" cap="flat" cmpd="sng">
            <a:solidFill>
              <a:srgbClr val="FBEAE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3" name="Google Shape;533;p10">
            <a:extLst xmlns:a="http://schemas.openxmlformats.org/drawingml/2006/main">
              <a:ext uri="{FF2B5EF4-FFF2-40B4-BE49-F238E27FC236}">
                <a16:creationId xmlns:a16="http://schemas.microsoft.com/office/drawing/2014/main" id="{B7F42595-4EAC-42EA-A524-A097D007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2605220"/>
            <a:ext cx="601727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1400"/>
              <a:buFont typeface="Malgun Gothic"/>
              <a:buNone/>
            </a:pPr>
            <a:r>
              <a:rPr sz="14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NO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4" name="Google Shape;534;p10">
            <a:extLst xmlns:a="http://schemas.openxmlformats.org/drawingml/2006/main">
              <a:ext uri="{FF2B5EF4-FFF2-40B4-BE49-F238E27FC236}">
                <a16:creationId xmlns:a16="http://schemas.microsoft.com/office/drawing/2014/main" id="{68D040A5-0290-4785-B36A-971D03EE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70" y="2574739"/>
            <a:ext cx="2789827" cy="284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PLC 직접 제어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5" name="Google Shape;535;p10">
            <a:extLst xmlns:a="http://schemas.openxmlformats.org/drawingml/2006/main">
              <a:ext uri="{FF2B5EF4-FFF2-40B4-BE49-F238E27FC236}">
                <a16:creationId xmlns:a16="http://schemas.microsoft.com/office/drawing/2014/main" id="{A6F6D43E-48F8-4906-AD8D-9B3BF1AB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3846263"/>
            <a:ext cx="601727" cy="32821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BEAE6"/>
          </a:solidFill>
          <a:ln xmlns:a="http://schemas.openxmlformats.org/drawingml/2006/main" w="12700" cap="flat" cmpd="sng">
            <a:solidFill>
              <a:srgbClr val="FBEAE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6" name="Google Shape;536;p10">
            <a:extLst xmlns:a="http://schemas.openxmlformats.org/drawingml/2006/main">
              <a:ext uri="{FF2B5EF4-FFF2-40B4-BE49-F238E27FC236}">
                <a16:creationId xmlns:a16="http://schemas.microsoft.com/office/drawing/2014/main" id="{D154BC34-2E2B-4D10-A81B-C261DCD8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3901128"/>
            <a:ext cx="601727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1400"/>
              <a:buFont typeface="Malgun Gothic"/>
              <a:buNone/>
            </a:pPr>
            <a:r>
              <a:rPr sz="14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NO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7" name="Google Shape;537;p10">
            <a:extLst xmlns:a="http://schemas.openxmlformats.org/drawingml/2006/main">
              <a:ext uri="{FF2B5EF4-FFF2-40B4-BE49-F238E27FC236}">
                <a16:creationId xmlns:a16="http://schemas.microsoft.com/office/drawing/2014/main" id="{6705050D-1BE2-49E1-8CB5-A142E904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70" y="3855407"/>
            <a:ext cx="2789827" cy="284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설비 자동 정지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38" name="Google Shape;538;p10">
            <a:extLst xmlns:a="http://schemas.openxmlformats.org/drawingml/2006/main">
              <a:ext uri="{FF2B5EF4-FFF2-40B4-BE49-F238E27FC236}">
                <a16:creationId xmlns:a16="http://schemas.microsoft.com/office/drawing/2014/main" id="{AF757473-AF3A-4832-8EED-6C317280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4504631"/>
            <a:ext cx="601727" cy="32821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BEAE6"/>
          </a:solidFill>
          <a:ln xmlns:a="http://schemas.openxmlformats.org/drawingml/2006/main" w="12700" cap="flat" cmpd="sng">
            <a:solidFill>
              <a:srgbClr val="FBEAE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9" name="Google Shape;539;p10">
            <a:extLst xmlns:a="http://schemas.openxmlformats.org/drawingml/2006/main">
              <a:ext uri="{FF2B5EF4-FFF2-40B4-BE49-F238E27FC236}">
                <a16:creationId xmlns:a16="http://schemas.microsoft.com/office/drawing/2014/main" id="{E98387F8-1608-4DD1-A386-C87F178C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4559496"/>
            <a:ext cx="601727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1400"/>
              <a:buFont typeface="Malgun Gothic"/>
              <a:buNone/>
            </a:pPr>
            <a:r>
              <a:rPr sz="14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NO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0" name="Google Shape;540;p10">
            <a:extLst xmlns:a="http://schemas.openxmlformats.org/drawingml/2006/main">
              <a:ext uri="{FF2B5EF4-FFF2-40B4-BE49-F238E27FC236}">
                <a16:creationId xmlns:a16="http://schemas.microsoft.com/office/drawing/2014/main" id="{8F87218C-7E69-4DF5-93A3-91896C62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70" y="4513775"/>
            <a:ext cx="2789827" cy="284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안전 Interlock 우회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1" name="Google Shape;541;p10">
            <a:extLst xmlns:a="http://schemas.openxmlformats.org/drawingml/2006/main">
              <a:ext uri="{FF2B5EF4-FFF2-40B4-BE49-F238E27FC236}">
                <a16:creationId xmlns:a16="http://schemas.microsoft.com/office/drawing/2014/main" id="{A4C3F6F3-7543-4036-A2EF-70416FE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5162999"/>
            <a:ext cx="601727" cy="32821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BEAE6"/>
          </a:solidFill>
          <a:ln xmlns:a="http://schemas.openxmlformats.org/drawingml/2006/main" w="12700" cap="flat" cmpd="sng">
            <a:solidFill>
              <a:srgbClr val="FBEAE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2" name="Google Shape;542;p10">
            <a:extLst xmlns:a="http://schemas.openxmlformats.org/drawingml/2006/main">
              <a:ext uri="{FF2B5EF4-FFF2-40B4-BE49-F238E27FC236}">
                <a16:creationId xmlns:a16="http://schemas.microsoft.com/office/drawing/2014/main" id="{5D15086E-07AE-4254-A566-EA95374E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5202624"/>
            <a:ext cx="601727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1400"/>
              <a:buFont typeface="Malgun Gothic"/>
              <a:buNone/>
            </a:pPr>
            <a:r>
              <a:rPr sz="14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NO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3" name="Google Shape;543;p10">
            <a:extLst xmlns:a="http://schemas.openxmlformats.org/drawingml/2006/main">
              <a:ext uri="{FF2B5EF4-FFF2-40B4-BE49-F238E27FC236}">
                <a16:creationId xmlns:a16="http://schemas.microsoft.com/office/drawing/2014/main" id="{CD526023-3F43-4C4A-B825-2C4EF36B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70" y="5172143"/>
            <a:ext cx="2789827" cy="284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자동 정비 실행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4" name="Google Shape;544;p10">
            <a:extLst xmlns:a="http://schemas.openxmlformats.org/drawingml/2006/main">
              <a:ext uri="{FF2B5EF4-FFF2-40B4-BE49-F238E27FC236}">
                <a16:creationId xmlns:a16="http://schemas.microsoft.com/office/drawing/2014/main" id="{21F62BCB-9419-4E40-B165-D761FB74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7953" y="6206194"/>
            <a:ext cx="4178705" cy="5689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400"/>
              <a:buFont typeface="Noto Sans Symbols"/>
              <a:buChar char="✔"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AI Agent는 작업자가 판단하는 데 필요한 </a:t>
            </a:r>
            <a:endParaRPr sz="1400" b="0" i="0" u="none" strike="noStrike" cap="none">
              <a:solidFill>
                <a:srgbClr val="62788A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2788A"/>
              </a:buClr>
              <a:buSzPts val="1400"/>
              <a:buFont typeface="Noto Sans Symbols"/>
              <a:buChar char="✔"/>
            </a:pPr>
            <a:r>
              <a:rPr sz="14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근거와 정보를 제공합니다.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5" name="Google Shape;545;p10">
            <a:extLst xmlns:a="http://schemas.openxmlformats.org/drawingml/2006/main">
              <a:ext uri="{FF2B5EF4-FFF2-40B4-BE49-F238E27FC236}">
                <a16:creationId xmlns:a16="http://schemas.microsoft.com/office/drawing/2014/main" id="{83117888-5667-42B0-B5C2-DDD8F0A6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3199579"/>
            <a:ext cx="601727" cy="32821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BEAE6"/>
          </a:solidFill>
          <a:ln xmlns:a="http://schemas.openxmlformats.org/drawingml/2006/main" w="12700" cap="flat" cmpd="sng">
            <a:solidFill>
              <a:srgbClr val="FBEAE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6" name="Google Shape;546;p10">
            <a:extLst xmlns:a="http://schemas.openxmlformats.org/drawingml/2006/main">
              <a:ext uri="{FF2B5EF4-FFF2-40B4-BE49-F238E27FC236}">
                <a16:creationId xmlns:a16="http://schemas.microsoft.com/office/drawing/2014/main" id="{99492E49-E3E8-49C5-B494-ED56D4B2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2" y="3254444"/>
            <a:ext cx="601727" cy="273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44"/>
              </a:buClr>
              <a:buSzPts val="1400"/>
              <a:buFont typeface="Malgun Gothic"/>
              <a:buNone/>
            </a:pPr>
            <a:r>
              <a:rPr sz="1400" b="1" i="0" u="none" strike="noStrike" cap="none">
                <a:solidFill>
                  <a:srgbClr val="C55A44"/>
                </a:solidFill>
                <a:latin typeface="Malgun Gothic"/>
                <a:ea typeface="Malgun Gothic"/>
                <a:cs typeface="Malgun Gothic"/>
              </a:rPr>
              <a:t>NO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7" name="Google Shape;547;p10">
            <a:extLst xmlns:a="http://schemas.openxmlformats.org/drawingml/2006/main">
              <a:ext uri="{FF2B5EF4-FFF2-40B4-BE49-F238E27FC236}">
                <a16:creationId xmlns:a16="http://schemas.microsoft.com/office/drawing/2014/main" id="{9808B500-E806-46EB-8AC0-086596E8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70" y="3208723"/>
            <a:ext cx="2789827" cy="284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364D"/>
              </a:buClr>
              <a:buSzPts val="1600"/>
              <a:buFont typeface="Malgun Gothic"/>
              <a:buNone/>
            </a:pPr>
            <a:r>
              <a:rPr sz="1600" b="1" i="0" u="none" strike="noStrike" cap="none">
                <a:solidFill>
                  <a:srgbClr val="18364D"/>
                </a:solidFill>
                <a:latin typeface="Malgun Gothic"/>
                <a:ea typeface="Malgun Gothic"/>
                <a:cs typeface="Malgun Gothic"/>
              </a:rPr>
              <a:t>이상 발생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48" name="Google Shape;548;p10">
            <a:extLst xmlns:a="http://schemas.openxmlformats.org/drawingml/2006/main">
              <a:ext uri="{FF2B5EF4-FFF2-40B4-BE49-F238E27FC236}">
                <a16:creationId xmlns:a16="http://schemas.microsoft.com/office/drawing/2014/main" id="{2164E908-3618-43FD-8B7E-CE95A1A3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581" y="5610684"/>
            <a:ext cx="4178705" cy="273512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12700" cap="flat" cmpd="sng">
            <a:solidFill>
              <a:srgbClr val="D7E3EB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62788A"/>
                </a:solidFill>
                <a:latin typeface="Malgun Gothic"/>
                <a:ea typeface="Malgun Gothic"/>
                <a:cs typeface="Malgun Gothic"/>
              </a:rPr>
              <a:t>*Interlock: 위험 상태에서 설비를 보호하는 안전 연동 장치 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7470197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4" name="Google Shape;554;p11">
            <a:extLst xmlns:a="http://schemas.openxmlformats.org/drawingml/2006/main">
              <a:ext uri="{FF2B5EF4-FFF2-40B4-BE49-F238E27FC236}">
                <a16:creationId xmlns:a16="http://schemas.microsoft.com/office/drawing/2014/main" id="{0F971C2C-E874-4E35-A42B-4CB2813F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" y="7086600"/>
            <a:ext cx="13916025" cy="723900"/>
          </a:xfrm>
          <a:prstGeom xmlns:a="http://schemas.openxmlformats.org/drawingml/2006/main" prst="roundRect">
            <a:avLst>
              <a:gd name="adj" fmla="val 17684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5" name="Google Shape;555;p11">
            <a:extLst xmlns:a="http://schemas.openxmlformats.org/drawingml/2006/main">
              <a:ext uri="{FF2B5EF4-FFF2-40B4-BE49-F238E27FC236}">
                <a16:creationId xmlns:a16="http://schemas.microsoft.com/office/drawing/2014/main" id="{CAF64996-020D-4276-86BE-F6129024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6" name="Google Shape;556;p11">
            <a:extLst xmlns:a="http://schemas.openxmlformats.org/drawingml/2006/main">
              <a:ext uri="{FF2B5EF4-FFF2-40B4-BE49-F238E27FC236}">
                <a16:creationId xmlns:a16="http://schemas.microsoft.com/office/drawing/2014/main" id="{4AF1A864-08B3-4B78-8357-FF355B8D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7" name="Google Shape;557;p11">
            <a:extLst xmlns:a="http://schemas.openxmlformats.org/drawingml/2006/main">
              <a:ext uri="{FF2B5EF4-FFF2-40B4-BE49-F238E27FC236}">
                <a16:creationId xmlns:a16="http://schemas.microsoft.com/office/drawing/2014/main" id="{D7D48CAB-1288-47C0-B7A7-548BC942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8" name="Google Shape;558;p11">
            <a:extLst xmlns:a="http://schemas.openxmlformats.org/drawingml/2006/main">
              <a:ext uri="{FF2B5EF4-FFF2-40B4-BE49-F238E27FC236}">
                <a16:creationId xmlns:a16="http://schemas.microsoft.com/office/drawing/2014/main" id="{168D1A7E-DD3D-4C5F-B278-CFACA891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9" name="Google Shape;559;p11">
            <a:extLst xmlns:a="http://schemas.openxmlformats.org/drawingml/2006/main">
              <a:ext uri="{FF2B5EF4-FFF2-40B4-BE49-F238E27FC236}">
                <a16:creationId xmlns:a16="http://schemas.microsoft.com/office/drawing/2014/main" id="{F3927E49-4BFE-41CD-AEC2-531DCCD9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0" name="Google Shape;560;p11">
            <a:extLst xmlns:a="http://schemas.openxmlformats.org/drawingml/2006/main">
              <a:ext uri="{FF2B5EF4-FFF2-40B4-BE49-F238E27FC236}">
                <a16:creationId xmlns:a16="http://schemas.microsoft.com/office/drawing/2014/main" id="{BAA076FE-CFDC-4AD2-B1E8-CF341FAE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1" name="Google Shape;561;p11">
            <a:extLst xmlns:a="http://schemas.openxmlformats.org/drawingml/2006/main">
              <a:ext uri="{FF2B5EF4-FFF2-40B4-BE49-F238E27FC236}">
                <a16:creationId xmlns:a16="http://schemas.microsoft.com/office/drawing/2014/main" id="{2E6A8984-BC80-4920-BAE7-E926AD2D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2" name="Google Shape;562;p11">
            <a:extLst xmlns:a="http://schemas.openxmlformats.org/drawingml/2006/main">
              <a:ext uri="{FF2B5EF4-FFF2-40B4-BE49-F238E27FC236}">
                <a16:creationId xmlns:a16="http://schemas.microsoft.com/office/drawing/2014/main" id="{CD9C7919-B8D2-4C73-8ADD-19D8961F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3" name="Google Shape;563;p11">
            <a:extLst xmlns:a="http://schemas.openxmlformats.org/drawingml/2006/main">
              <a:ext uri="{FF2B5EF4-FFF2-40B4-BE49-F238E27FC236}">
                <a16:creationId xmlns:a16="http://schemas.microsoft.com/office/drawing/2014/main" id="{9C061247-5585-4B6A-9323-83749C02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4" name="Google Shape;564;p11">
            <a:extLst xmlns:a="http://schemas.openxmlformats.org/drawingml/2006/main">
              <a:ext uri="{FF2B5EF4-FFF2-40B4-BE49-F238E27FC236}">
                <a16:creationId xmlns:a16="http://schemas.microsoft.com/office/drawing/2014/main" id="{F952CE10-EBB2-48A3-B57A-7454C7A3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207" y="1235202"/>
            <a:ext cx="1789257" cy="281057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5" name="Google Shape;565;p11">
            <a:extLst xmlns:a="http://schemas.openxmlformats.org/drawingml/2006/main">
              <a:ext uri="{FF2B5EF4-FFF2-40B4-BE49-F238E27FC236}">
                <a16:creationId xmlns:a16="http://schemas.microsoft.com/office/drawing/2014/main" id="{E190D9F6-6921-4319-BD79-45C5CFB0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207" y="1626870"/>
            <a:ext cx="13896893" cy="4299585"/>
          </a:xfrm>
          <a:prstGeom xmlns:a="http://schemas.openxmlformats.org/drawingml/2006/main" prst="roundRect">
            <a:avLst>
              <a:gd name="adj" fmla="val 35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6" name="Google Shape;566;p11">
            <a:extLst xmlns:a="http://schemas.openxmlformats.org/drawingml/2006/main">
              <a:ext uri="{FF2B5EF4-FFF2-40B4-BE49-F238E27FC236}">
                <a16:creationId xmlns:a16="http://schemas.microsoft.com/office/drawing/2014/main" id="{8038EA65-2E17-4B94-93E6-E20A3B8D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8" y="1737360"/>
            <a:ext cx="5880990" cy="45720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3E9F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7" name="Google Shape;567;p11">
            <a:extLst xmlns:a="http://schemas.openxmlformats.org/drawingml/2006/main">
              <a:ext uri="{FF2B5EF4-FFF2-40B4-BE49-F238E27FC236}">
                <a16:creationId xmlns:a16="http://schemas.microsoft.com/office/drawing/2014/main" id="{CB562698-9141-43D2-AC3F-3BB0A250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1737360"/>
            <a:ext cx="7646036" cy="45720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8" name="Google Shape;568;p11">
            <a:extLst xmlns:a="http://schemas.openxmlformats.org/drawingml/2006/main">
              <a:ext uri="{FF2B5EF4-FFF2-40B4-BE49-F238E27FC236}">
                <a16:creationId xmlns:a16="http://schemas.microsoft.com/office/drawing/2014/main" id="{EFE95FA8-7F5D-4EB3-BEC3-BA2C6C72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6480"/>
            <a:ext cx="13906500" cy="749808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9" name="Google Shape;569;p11">
            <a:extLst xmlns:a="http://schemas.openxmlformats.org/drawingml/2006/main">
              <a:ext uri="{FF2B5EF4-FFF2-40B4-BE49-F238E27FC236}">
                <a16:creationId xmlns:a16="http://schemas.microsoft.com/office/drawing/2014/main" id="{2679129E-2177-4894-A585-C82D54E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0" name="Google Shape;570;p11">
            <a:extLst xmlns:a="http://schemas.openxmlformats.org/drawingml/2006/main">
              <a:ext uri="{FF2B5EF4-FFF2-40B4-BE49-F238E27FC236}">
                <a16:creationId xmlns:a16="http://schemas.microsoft.com/office/drawing/2014/main" id="{6E5FD8BA-206F-468A-ABDB-E9B4E1AF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단순 상태 판별 AI에서, 설비 진단 AI Agent로.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71" name="Google Shape;571;p11">
            <a:extLst xmlns:a="http://schemas.openxmlformats.org/drawingml/2006/main">
              <a:ext uri="{FF2B5EF4-FFF2-40B4-BE49-F238E27FC236}">
                <a16:creationId xmlns:a16="http://schemas.microsoft.com/office/drawing/2014/main" id="{376BFB33-6578-41C1-9AEE-08A0EAEA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4" y="1234002"/>
            <a:ext cx="1922609" cy="2589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차별점 / 활용 가치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72" name="Google Shape;572;p11">
            <a:extLst xmlns:a="http://schemas.openxmlformats.org/drawingml/2006/main">
              <a:ext uri="{FF2B5EF4-FFF2-40B4-BE49-F238E27FC236}">
                <a16:creationId xmlns:a16="http://schemas.microsoft.com/office/drawing/2014/main" id="{C68EC954-A7EA-43C8-8ADB-958D6F95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3" name="Google Shape;573;p11">
            <a:extLst xmlns:a="http://schemas.openxmlformats.org/drawingml/2006/main">
              <a:ext uri="{FF2B5EF4-FFF2-40B4-BE49-F238E27FC236}">
                <a16:creationId xmlns:a16="http://schemas.microsoft.com/office/drawing/2014/main" id="{3D33EFCF-743D-4867-A60B-A0D0B05B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09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4" name="Google Shape;574;p11">
            <a:extLst xmlns:a="http://schemas.openxmlformats.org/drawingml/2006/main">
              <a:ext uri="{FF2B5EF4-FFF2-40B4-BE49-F238E27FC236}">
                <a16:creationId xmlns:a16="http://schemas.microsoft.com/office/drawing/2014/main" id="{2D4A3A18-AC38-4E89-9BB3-4565AD1D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1809750"/>
            <a:ext cx="595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기존 방식</a:t>
            </a:r>
            <a:endParaRPr sz="1725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75" name="Google Shape;575;p11">
            <a:extLst xmlns:a="http://schemas.openxmlformats.org/drawingml/2006/main">
              <a:ext uri="{FF2B5EF4-FFF2-40B4-BE49-F238E27FC236}">
                <a16:creationId xmlns:a16="http://schemas.microsoft.com/office/drawing/2014/main" id="{D917FCD2-4ADF-4699-B3D8-8E57091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1809750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6" name="Google Shape;576;p11">
            <a:extLst xmlns:a="http://schemas.openxmlformats.org/drawingml/2006/main">
              <a:ext uri="{FF2B5EF4-FFF2-40B4-BE49-F238E27FC236}">
                <a16:creationId xmlns:a16="http://schemas.microsoft.com/office/drawing/2014/main" id="{867A6671-B7FB-48A9-B0DE-1FCDFAF9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238125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7" name="Google Shape;577;p11">
            <a:extLst xmlns:a="http://schemas.openxmlformats.org/drawingml/2006/main">
              <a:ext uri="{FF2B5EF4-FFF2-40B4-BE49-F238E27FC236}">
                <a16:creationId xmlns:a16="http://schemas.microsoft.com/office/drawing/2014/main" id="{C68167D6-3BF0-4E77-A5B4-83834BFA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238125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8" name="Google Shape;578;p11">
            <a:extLst xmlns:a="http://schemas.openxmlformats.org/drawingml/2006/main">
              <a:ext uri="{FF2B5EF4-FFF2-40B4-BE49-F238E27FC236}">
                <a16:creationId xmlns:a16="http://schemas.microsoft.com/office/drawing/2014/main" id="{0C5E328E-08AE-416A-92FC-B16F0C4D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242887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ML 결과를 개별 확인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79" name="Google Shape;579;p11">
            <a:extLst xmlns:a="http://schemas.openxmlformats.org/drawingml/2006/main">
              <a:ext uri="{FF2B5EF4-FFF2-40B4-BE49-F238E27FC236}">
                <a16:creationId xmlns:a16="http://schemas.microsoft.com/office/drawing/2014/main" id="{B293FF2D-C8B7-416A-BB7C-9756824C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24193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0" name="Google Shape;580;p11">
            <a:extLst xmlns:a="http://schemas.openxmlformats.org/drawingml/2006/main">
              <a:ext uri="{FF2B5EF4-FFF2-40B4-BE49-F238E27FC236}">
                <a16:creationId xmlns:a16="http://schemas.microsoft.com/office/drawing/2014/main" id="{3A2B3F29-3450-452D-97AB-F6A1C451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122" y="2447290"/>
            <a:ext cx="7219950" cy="624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sz="17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ML의 정상·이상 판정에 따라 필요한 진단 작업을 자동으로 선택</a:t>
            </a:r>
            <a:endParaRPr sz="17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81" name="Google Shape;581;p11">
            <a:extLst xmlns:a="http://schemas.openxmlformats.org/drawingml/2006/main">
              <a:ext uri="{FF2B5EF4-FFF2-40B4-BE49-F238E27FC236}">
                <a16:creationId xmlns:a16="http://schemas.microsoft.com/office/drawing/2014/main" id="{FA7785FA-101A-400E-B3EB-695FDCA3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297180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2" name="Google Shape;582;p11">
            <a:extLst xmlns:a="http://schemas.openxmlformats.org/drawingml/2006/main">
              <a:ext uri="{FF2B5EF4-FFF2-40B4-BE49-F238E27FC236}">
                <a16:creationId xmlns:a16="http://schemas.microsoft.com/office/drawing/2014/main" id="{FDC7EFC6-3C8A-4C1E-80F0-96B58979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297180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3" name="Google Shape;583;p11">
            <a:extLst xmlns:a="http://schemas.openxmlformats.org/drawingml/2006/main">
              <a:ext uri="{FF2B5EF4-FFF2-40B4-BE49-F238E27FC236}">
                <a16:creationId xmlns:a16="http://schemas.microsoft.com/office/drawing/2014/main" id="{413CCBD8-AE35-4F9D-AD42-E4FD2666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301942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기술자료를 직접 검색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84" name="Google Shape;584;p11">
            <a:extLst xmlns:a="http://schemas.openxmlformats.org/drawingml/2006/main">
              <a:ext uri="{FF2B5EF4-FFF2-40B4-BE49-F238E27FC236}">
                <a16:creationId xmlns:a16="http://schemas.microsoft.com/office/drawing/2014/main" id="{DCA51E57-BE3F-4742-93D6-93A01A9F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300990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5" name="Google Shape;585;p11">
            <a:extLst xmlns:a="http://schemas.openxmlformats.org/drawingml/2006/main">
              <a:ext uri="{FF2B5EF4-FFF2-40B4-BE49-F238E27FC236}">
                <a16:creationId xmlns:a16="http://schemas.microsoft.com/office/drawing/2014/main" id="{F0D5ABBD-C931-4CDF-BA48-2908DD07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3019425"/>
            <a:ext cx="721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이상으로 판정되면 RAG로 관련 기술문서를 검색</a:t>
            </a:r>
            <a:endParaRPr sz="195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86" name="Google Shape;586;p11">
            <a:extLst xmlns:a="http://schemas.openxmlformats.org/drawingml/2006/main">
              <a:ext uri="{FF2B5EF4-FFF2-40B4-BE49-F238E27FC236}">
                <a16:creationId xmlns:a16="http://schemas.microsoft.com/office/drawing/2014/main" id="{F180A7BB-AB5C-4665-94CF-16F4CA1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356235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7" name="Google Shape;587;p11">
            <a:extLst xmlns:a="http://schemas.openxmlformats.org/drawingml/2006/main">
              <a:ext uri="{FF2B5EF4-FFF2-40B4-BE49-F238E27FC236}">
                <a16:creationId xmlns:a16="http://schemas.microsoft.com/office/drawing/2014/main" id="{F2CC49F2-701B-4654-9193-3901A14A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356235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8" name="Google Shape;588;p11">
            <a:extLst xmlns:a="http://schemas.openxmlformats.org/drawingml/2006/main">
              <a:ext uri="{FF2B5EF4-FFF2-40B4-BE49-F238E27FC236}">
                <a16:creationId xmlns:a16="http://schemas.microsoft.com/office/drawing/2014/main" id="{C65B45F0-99D0-43E6-9C06-9F57F792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360997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담당자 경험에 따라 이상 원인을 판단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89" name="Google Shape;589;p11">
            <a:extLst xmlns:a="http://schemas.openxmlformats.org/drawingml/2006/main">
              <a:ext uri="{FF2B5EF4-FFF2-40B4-BE49-F238E27FC236}">
                <a16:creationId xmlns:a16="http://schemas.microsoft.com/office/drawing/2014/main" id="{A2602C08-A786-4D74-8DE4-19184103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36004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0" name="Google Shape;590;p11">
            <a:extLst xmlns:a="http://schemas.openxmlformats.org/drawingml/2006/main">
              <a:ext uri="{FF2B5EF4-FFF2-40B4-BE49-F238E27FC236}">
                <a16:creationId xmlns:a16="http://schemas.microsoft.com/office/drawing/2014/main" id="{83AD7401-022A-4C25-B705-A40DEB3E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3609975"/>
            <a:ext cx="721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기술문서를 근거로 이상 원인을 진단</a:t>
            </a:r>
            <a:endParaRPr sz="195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91" name="Google Shape;591;p11">
            <a:extLst xmlns:a="http://schemas.openxmlformats.org/drawingml/2006/main">
              <a:ext uri="{FF2B5EF4-FFF2-40B4-BE49-F238E27FC236}">
                <a16:creationId xmlns:a16="http://schemas.microsoft.com/office/drawing/2014/main" id="{CC2DBBD4-6B6E-46F7-8CD1-02273D48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415290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2" name="Google Shape;592;p11">
            <a:extLst xmlns:a="http://schemas.openxmlformats.org/drawingml/2006/main">
              <a:ext uri="{FF2B5EF4-FFF2-40B4-BE49-F238E27FC236}">
                <a16:creationId xmlns:a16="http://schemas.microsoft.com/office/drawing/2014/main" id="{C8708F10-32AB-44FE-942D-25FDE981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415290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3" name="Google Shape;593;p11">
            <a:extLst xmlns:a="http://schemas.openxmlformats.org/drawingml/2006/main">
              <a:ext uri="{FF2B5EF4-FFF2-40B4-BE49-F238E27FC236}">
                <a16:creationId xmlns:a16="http://schemas.microsoft.com/office/drawing/2014/main" id="{25946EA3-3E3B-4D65-B77C-B52B9DD7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420052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점검 계획을 별도로 작성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94" name="Google Shape;594;p11">
            <a:extLst xmlns:a="http://schemas.openxmlformats.org/drawingml/2006/main">
              <a:ext uri="{FF2B5EF4-FFF2-40B4-BE49-F238E27FC236}">
                <a16:creationId xmlns:a16="http://schemas.microsoft.com/office/drawing/2014/main" id="{3E5A629D-2E32-48B5-BFDE-FAAA2762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419100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5" name="Google Shape;595;p11">
            <a:extLst xmlns:a="http://schemas.openxmlformats.org/drawingml/2006/main">
              <a:ext uri="{FF2B5EF4-FFF2-40B4-BE49-F238E27FC236}">
                <a16:creationId xmlns:a16="http://schemas.microsoft.com/office/drawing/2014/main" id="{D7058057-C41F-4D77-8D4D-BD25352A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4200525"/>
            <a:ext cx="721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점검 계획을 제안</a:t>
            </a:r>
            <a:endParaRPr sz="195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96" name="Google Shape;596;p11">
            <a:extLst xmlns:a="http://schemas.openxmlformats.org/drawingml/2006/main">
              <a:ext uri="{FF2B5EF4-FFF2-40B4-BE49-F238E27FC236}">
                <a16:creationId xmlns:a16="http://schemas.microsoft.com/office/drawing/2014/main" id="{78348EE9-E798-4BFC-AA95-1052D102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474345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7" name="Google Shape;597;p11">
            <a:extLst xmlns:a="http://schemas.openxmlformats.org/drawingml/2006/main">
              <a:ext uri="{FF2B5EF4-FFF2-40B4-BE49-F238E27FC236}">
                <a16:creationId xmlns:a16="http://schemas.microsoft.com/office/drawing/2014/main" id="{14B802C0-095F-4EA7-AABA-C6DD3692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474345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8" name="Google Shape;598;p11">
            <a:extLst xmlns:a="http://schemas.openxmlformats.org/drawingml/2006/main">
              <a:ext uri="{FF2B5EF4-FFF2-40B4-BE49-F238E27FC236}">
                <a16:creationId xmlns:a16="http://schemas.microsoft.com/office/drawing/2014/main" id="{30FF2F61-B2C5-4070-9159-14D3846F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479107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담당자가 조치 방법을 별도로 판단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99" name="Google Shape;599;p11">
            <a:extLst xmlns:a="http://schemas.openxmlformats.org/drawingml/2006/main">
              <a:ext uri="{FF2B5EF4-FFF2-40B4-BE49-F238E27FC236}">
                <a16:creationId xmlns:a16="http://schemas.microsoft.com/office/drawing/2014/main" id="{29F6198A-7B76-4407-B36F-574AB9D9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47815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0" name="Google Shape;600;p11">
            <a:extLst xmlns:a="http://schemas.openxmlformats.org/drawingml/2006/main">
              <a:ext uri="{FF2B5EF4-FFF2-40B4-BE49-F238E27FC236}">
                <a16:creationId xmlns:a16="http://schemas.microsoft.com/office/drawing/2014/main" id="{0722B709-F421-4EC3-807B-274C6D69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4791075"/>
            <a:ext cx="721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AI가 조치 방법을 제안 → 중요한 결정은 작업자가 함</a:t>
            </a:r>
            <a:endParaRPr sz="195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01" name="Google Shape;601;p11">
            <a:extLst xmlns:a="http://schemas.openxmlformats.org/drawingml/2006/main">
              <a:ext uri="{FF2B5EF4-FFF2-40B4-BE49-F238E27FC236}">
                <a16:creationId xmlns:a16="http://schemas.microsoft.com/office/drawing/2014/main" id="{E6090E0C-114D-4CC8-9A4F-2CB72D56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99" y="5334000"/>
            <a:ext cx="13601702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2" name="Google Shape;602;p11">
            <a:extLst xmlns:a="http://schemas.openxmlformats.org/drawingml/2006/main">
              <a:ext uri="{FF2B5EF4-FFF2-40B4-BE49-F238E27FC236}">
                <a16:creationId xmlns:a16="http://schemas.microsoft.com/office/drawing/2014/main" id="{C93657E6-3809-4CC7-9F09-A9D3ECC2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7476" y="5334000"/>
            <a:ext cx="7626096" cy="4952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5F8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3" name="Google Shape;603;p11">
            <a:extLst xmlns:a="http://schemas.openxmlformats.org/drawingml/2006/main">
              <a:ext uri="{FF2B5EF4-FFF2-40B4-BE49-F238E27FC236}">
                <a16:creationId xmlns:a16="http://schemas.microsoft.com/office/drawing/2014/main" id="{E5E85B7C-CCC6-4770-8586-41345CC6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08" y="5381625"/>
            <a:ext cx="5476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결과만 개별 관리</a:t>
            </a:r>
            <a:endParaRPr sz="1950" b="0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04" name="Google Shape;604;p11">
            <a:extLst xmlns:a="http://schemas.openxmlformats.org/drawingml/2006/main">
              <a:ext uri="{FF2B5EF4-FFF2-40B4-BE49-F238E27FC236}">
                <a16:creationId xmlns:a16="http://schemas.microsoft.com/office/drawing/2014/main" id="{E7085C2D-312F-4A31-B886-48051122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122" y="537210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5"/>
              <a:buFont typeface="Arial"/>
              <a:buNone/>
            </a:pPr>
            <a:r>
              <a:rPr sz="2025" b="0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5" name="Google Shape;605;p11">
            <a:extLst xmlns:a="http://schemas.openxmlformats.org/drawingml/2006/main">
              <a:ext uri="{FF2B5EF4-FFF2-40B4-BE49-F238E27FC236}">
                <a16:creationId xmlns:a16="http://schemas.microsoft.com/office/drawing/2014/main" id="{E5C571CE-47CF-4D14-8010-BF0D3A7C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422" y="5381625"/>
            <a:ext cx="7219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sz="195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진단 · 근거 · 처리 기록 · 보고서를 저장하고 다시 확인</a:t>
            </a:r>
            <a:endParaRPr sz="195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06" name="Google Shape;606;p11">
            <a:extLst xmlns:a="http://schemas.openxmlformats.org/drawingml/2006/main">
              <a:ext uri="{FF2B5EF4-FFF2-40B4-BE49-F238E27FC236}">
                <a16:creationId xmlns:a16="http://schemas.microsoft.com/office/drawing/2014/main" id="{36152F44-48CB-468B-B219-F3305658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23134"/>
            <a:ext cx="137160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75"/>
              <a:buFont typeface="Arial"/>
              <a:buNone/>
            </a:pPr>
            <a:r>
              <a:rPr sz="21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상태 판별 → 근거 검색 ·검증 → 점검 · 조치 제안 → 작업자 확인 → 이력 추적</a:t>
            </a:r>
            <a:endParaRPr sz="21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07" name="Google Shape;607;p11">
            <a:extLst xmlns:a="http://schemas.openxmlformats.org/drawingml/2006/main">
              <a:ext uri="{FF2B5EF4-FFF2-40B4-BE49-F238E27FC236}">
                <a16:creationId xmlns:a16="http://schemas.microsoft.com/office/drawing/2014/main" id="{24CB9F19-D5C7-470C-B290-7AB059BE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184" y="7264644"/>
            <a:ext cx="1352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Arial"/>
              <a:buNone/>
            </a:pPr>
            <a:r>
              <a:rPr sz="18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활용 방향: 작업자는 Bearing 상태와 진단 근거를 한 곳에서 확인하고, 이를 다음 점검·정비 판단에 활용할 수 있습니다.</a:t>
            </a:r>
            <a:endParaRPr sz="185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08" name="Google Shape;608;p11">
            <a:extLst xmlns:a="http://schemas.openxmlformats.org/drawingml/2006/main">
              <a:ext uri="{FF2B5EF4-FFF2-40B4-BE49-F238E27FC236}">
                <a16:creationId xmlns:a16="http://schemas.microsoft.com/office/drawing/2014/main" id="{00125E4A-6BE9-4273-98C6-452E248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1448" y="6245352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609" name="Google Shape;609;p11">
            <a:extLst xmlns:a="http://schemas.openxmlformats.org/drawingml/2006/main">
              <a:ext uri="{FF2B5EF4-FFF2-40B4-BE49-F238E27FC236}">
                <a16:creationId xmlns:a16="http://schemas.microsoft.com/office/drawing/2014/main" id="{E07AC68F-7943-44B2-AD00-7AF6DD814C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8270121f3c44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9463" y="6373368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0" name="Google Shape;610;p11">
            <a:extLst xmlns:a="http://schemas.openxmlformats.org/drawingml/2006/main">
              <a:ext uri="{FF2B5EF4-FFF2-40B4-BE49-F238E27FC236}">
                <a16:creationId xmlns:a16="http://schemas.microsoft.com/office/drawing/2014/main" id="{B70BA050-8101-4C3A-A871-12784A9A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1448" y="7192518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611" name="Google Shape;611;p11">
            <a:extLst xmlns:a="http://schemas.openxmlformats.org/drawingml/2006/main">
              <a:ext uri="{FF2B5EF4-FFF2-40B4-BE49-F238E27FC236}">
                <a16:creationId xmlns:a16="http://schemas.microsoft.com/office/drawing/2014/main" id="{D6663DB6-6AAA-4EA2-854A-3410817E35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081371a8654d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999463" y="7320534"/>
            <a:ext cx="256032" cy="25603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2" name="Google Shape;612;p11">
            <a:extLst xmlns:a="http://schemas.openxmlformats.org/drawingml/2006/main">
              <a:ext uri="{FF2B5EF4-FFF2-40B4-BE49-F238E27FC236}">
                <a16:creationId xmlns:a16="http://schemas.microsoft.com/office/drawing/2014/main" id="{AE0896C0-1B9C-43C2-8493-F98CAECB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50524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8" name="Google Shape;618;p12">
            <a:extLst xmlns:a="http://schemas.openxmlformats.org/drawingml/2006/main">
              <a:ext uri="{FF2B5EF4-FFF2-40B4-BE49-F238E27FC236}">
                <a16:creationId xmlns:a16="http://schemas.microsoft.com/office/drawing/2014/main" id="{5100F181-FAF8-4475-9BCF-30911C48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2" y="1656598"/>
            <a:ext cx="7086600" cy="4667366"/>
          </a:xfrm>
          <a:prstGeom xmlns:a="http://schemas.openxmlformats.org/drawingml/2006/main" prst="roundRect">
            <a:avLst>
              <a:gd name="adj" fmla="val 32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9" name="Google Shape;619;p12">
            <a:extLst xmlns:a="http://schemas.openxmlformats.org/drawingml/2006/main">
              <a:ext uri="{FF2B5EF4-FFF2-40B4-BE49-F238E27FC236}">
                <a16:creationId xmlns:a16="http://schemas.microsoft.com/office/drawing/2014/main" id="{76C8F1E5-0F8B-49C3-A9E3-3EE175BE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180" y="1627632"/>
            <a:ext cx="6995160" cy="2514919"/>
          </a:xfrm>
          <a:prstGeom xmlns:a="http://schemas.openxmlformats.org/drawingml/2006/main" prst="roundRect">
            <a:avLst>
              <a:gd name="adj" fmla="val 3278"/>
            </a:avLst>
          </a:prstGeom>
          <a:solidFill xmlns:a="http://schemas.openxmlformats.org/drawingml/2006/main">
            <a:srgbClr val="E2F5F8"/>
          </a:solidFill>
          <a:ln xmlns:a="http://schemas.openxmlformats.org/drawingml/2006/main" w="15875" cap="flat" cmpd="sng">
            <a:solidFill>
              <a:srgbClr val="00A6BF">
                <a:alpha val="7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0" name="Google Shape;620;p12">
            <a:extLst xmlns:a="http://schemas.openxmlformats.org/drawingml/2006/main">
              <a:ext uri="{FF2B5EF4-FFF2-40B4-BE49-F238E27FC236}">
                <a16:creationId xmlns:a16="http://schemas.microsoft.com/office/drawing/2014/main" id="{C74B5956-8920-4181-942F-41DC2043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1" name="Google Shape;621;p12">
            <a:extLst xmlns:a="http://schemas.openxmlformats.org/drawingml/2006/main">
              <a:ext uri="{FF2B5EF4-FFF2-40B4-BE49-F238E27FC236}">
                <a16:creationId xmlns:a16="http://schemas.microsoft.com/office/drawing/2014/main" id="{3DD9D4B9-70BE-4A3A-B69C-1CE99E4B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2" name="Google Shape;622;p12">
            <a:extLst xmlns:a="http://schemas.openxmlformats.org/drawingml/2006/main">
              <a:ext uri="{FF2B5EF4-FFF2-40B4-BE49-F238E27FC236}">
                <a16:creationId xmlns:a16="http://schemas.microsoft.com/office/drawing/2014/main" id="{B98A0EBB-675C-4E8D-AEC0-D634E234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3" name="Google Shape;623;p12">
            <a:extLst xmlns:a="http://schemas.openxmlformats.org/drawingml/2006/main">
              <a:ext uri="{FF2B5EF4-FFF2-40B4-BE49-F238E27FC236}">
                <a16:creationId xmlns:a16="http://schemas.microsoft.com/office/drawing/2014/main" id="{3094EB08-FC36-4E27-89BC-FBEAAFAC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4" name="Google Shape;624;p12">
            <a:extLst xmlns:a="http://schemas.openxmlformats.org/drawingml/2006/main">
              <a:ext uri="{FF2B5EF4-FFF2-40B4-BE49-F238E27FC236}">
                <a16:creationId xmlns:a16="http://schemas.microsoft.com/office/drawing/2014/main" id="{F10C8EFD-499D-4CB9-8709-B34CBD9B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5" name="Google Shape;625;p12">
            <a:extLst xmlns:a="http://schemas.openxmlformats.org/drawingml/2006/main">
              <a:ext uri="{FF2B5EF4-FFF2-40B4-BE49-F238E27FC236}">
                <a16:creationId xmlns:a16="http://schemas.microsoft.com/office/drawing/2014/main" id="{72126339-DF75-4D78-8ED3-D98A6A92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6" name="Google Shape;626;p12">
            <a:extLst xmlns:a="http://schemas.openxmlformats.org/drawingml/2006/main">
              <a:ext uri="{FF2B5EF4-FFF2-40B4-BE49-F238E27FC236}">
                <a16:creationId xmlns:a16="http://schemas.microsoft.com/office/drawing/2014/main" id="{3BA1AB20-2918-4CC1-A599-43CD5823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7" name="Google Shape;627;p12">
            <a:extLst xmlns:a="http://schemas.openxmlformats.org/drawingml/2006/main">
              <a:ext uri="{FF2B5EF4-FFF2-40B4-BE49-F238E27FC236}">
                <a16:creationId xmlns:a16="http://schemas.microsoft.com/office/drawing/2014/main" id="{F09D0CD2-243F-43ED-984D-DCB939DC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8" name="Google Shape;628;p12">
            <a:extLst xmlns:a="http://schemas.openxmlformats.org/drawingml/2006/main">
              <a:ext uri="{FF2B5EF4-FFF2-40B4-BE49-F238E27FC236}">
                <a16:creationId xmlns:a16="http://schemas.microsoft.com/office/drawing/2014/main" id="{E627F61B-52F9-4B7B-B667-E3DA3610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9" name="Google Shape;629;p12">
            <a:extLst xmlns:a="http://schemas.openxmlformats.org/drawingml/2006/main">
              <a:ext uri="{FF2B5EF4-FFF2-40B4-BE49-F238E27FC236}">
                <a16:creationId xmlns:a16="http://schemas.microsoft.com/office/drawing/2014/main" id="{22A85661-64D9-43E4-A680-039F84E7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5202"/>
            <a:ext cx="2870200" cy="28765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0" name="Google Shape;630;p12">
            <a:extLst xmlns:a="http://schemas.openxmlformats.org/drawingml/2006/main">
              <a:ext uri="{FF2B5EF4-FFF2-40B4-BE49-F238E27FC236}">
                <a16:creationId xmlns:a16="http://schemas.microsoft.com/office/drawing/2014/main" id="{9DFDE985-A493-4C5F-8397-D6B394F3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545131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1" name="Google Shape;631;p12">
            <a:extLst xmlns:a="http://schemas.openxmlformats.org/drawingml/2006/main">
              <a:ext uri="{FF2B5EF4-FFF2-40B4-BE49-F238E27FC236}">
                <a16:creationId xmlns:a16="http://schemas.microsoft.com/office/drawing/2014/main" id="{CB5CEE1E-BF40-491F-8188-C60D1C17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579624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2" name="Google Shape;632;p12">
            <a:extLst xmlns:a="http://schemas.openxmlformats.org/drawingml/2006/main">
              <a:ext uri="{FF2B5EF4-FFF2-40B4-BE49-F238E27FC236}">
                <a16:creationId xmlns:a16="http://schemas.microsoft.com/office/drawing/2014/main" id="{F30D7FD1-B78A-4EF0-9B4B-2C1E000E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614117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3" name="Google Shape;633;p12">
            <a:extLst xmlns:a="http://schemas.openxmlformats.org/drawingml/2006/main">
              <a:ext uri="{FF2B5EF4-FFF2-40B4-BE49-F238E27FC236}">
                <a16:creationId xmlns:a16="http://schemas.microsoft.com/office/drawing/2014/main" id="{CEF2641F-233B-44C6-84EE-39A382C1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4" name="Google Shape;634;p12">
            <a:extLst xmlns:a="http://schemas.openxmlformats.org/drawingml/2006/main">
              <a:ext uri="{FF2B5EF4-FFF2-40B4-BE49-F238E27FC236}">
                <a16:creationId xmlns:a16="http://schemas.microsoft.com/office/drawing/2014/main" id="{DD299231-7CB7-41E0-AA22-F88C12B0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저장된 측정 Data 기반 MVP에서 실제 제조 현장 AI Agent로.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35" name="Google Shape;635;p12">
            <a:extLst xmlns:a="http://schemas.openxmlformats.org/drawingml/2006/main">
              <a:ext uri="{FF2B5EF4-FFF2-40B4-BE49-F238E27FC236}">
                <a16:creationId xmlns:a16="http://schemas.microsoft.com/office/drawing/2014/main" id="{49AA243C-BE19-400E-BA79-072CE0CA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1" y="124714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현재 수준과 앞으로의 발전 방향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36" name="Google Shape;636;p12">
            <a:extLst xmlns:a="http://schemas.openxmlformats.org/drawingml/2006/main">
              <a:ext uri="{FF2B5EF4-FFF2-40B4-BE49-F238E27FC236}">
                <a16:creationId xmlns:a16="http://schemas.microsoft.com/office/drawing/2014/main" id="{7CF715E1-7D38-41CA-9105-B2857F38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7" name="Google Shape;637;p12">
            <a:extLst xmlns:a="http://schemas.openxmlformats.org/drawingml/2006/main">
              <a:ext uri="{FF2B5EF4-FFF2-40B4-BE49-F238E27FC236}">
                <a16:creationId xmlns:a16="http://schemas.microsoft.com/office/drawing/2014/main" id="{9ED9B523-7088-43B5-9CEB-0F896196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8" name="Google Shape;638;p12">
            <a:extLst xmlns:a="http://schemas.openxmlformats.org/drawingml/2006/main">
              <a:ext uri="{FF2B5EF4-FFF2-40B4-BE49-F238E27FC236}">
                <a16:creationId xmlns:a16="http://schemas.microsoft.com/office/drawing/2014/main" id="{937320AA-DB43-4B26-BACA-FCAE409A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58" y="1752600"/>
            <a:ext cx="676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01 현재 수준 — MVP(최소 기능 제품)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t/>
            </a:r>
            <a:endParaRPr sz="172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39" name="Google Shape;639;p12">
            <a:extLst xmlns:a="http://schemas.openxmlformats.org/drawingml/2006/main">
              <a:ext uri="{FF2B5EF4-FFF2-40B4-BE49-F238E27FC236}">
                <a16:creationId xmlns:a16="http://schemas.microsoft.com/office/drawing/2014/main" id="{5A4D283A-F7D7-463A-8D6A-BADCD8D8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6072" y="1752600"/>
            <a:ext cx="6715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02 앞으로의 발전 방향</a:t>
            </a:r>
            <a:endParaRPr sz="172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40" name="Google Shape;640;p12">
            <a:extLst xmlns:a="http://schemas.openxmlformats.org/drawingml/2006/main">
              <a:ext uri="{FF2B5EF4-FFF2-40B4-BE49-F238E27FC236}">
                <a16:creationId xmlns:a16="http://schemas.microsoft.com/office/drawing/2014/main" id="{34A87266-D557-472E-A924-2D7CD508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35657"/>
            <a:ext cx="1813657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1" name="Google Shape;641;p12">
            <a:extLst xmlns:a="http://schemas.openxmlformats.org/drawingml/2006/main">
              <a:ext uri="{FF2B5EF4-FFF2-40B4-BE49-F238E27FC236}">
                <a16:creationId xmlns:a16="http://schemas.microsoft.com/office/drawing/2014/main" id="{3811E10D-9931-4D31-A5EC-886D89ED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1" y="2465358"/>
            <a:ext cx="17875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Paderborn에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저장된 측정 Data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42" name="Google Shape;642;p12">
            <a:extLst xmlns:a="http://schemas.openxmlformats.org/drawingml/2006/main">
              <a:ext uri="{FF2B5EF4-FFF2-40B4-BE49-F238E27FC236}">
                <a16:creationId xmlns:a16="http://schemas.microsoft.com/office/drawing/2014/main" id="{17041969-DBB8-489B-824C-2604B77A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0407" y="2725686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3" name="Google Shape;643;p12">
            <a:extLst xmlns:a="http://schemas.openxmlformats.org/drawingml/2006/main">
              <a:ext uri="{FF2B5EF4-FFF2-40B4-BE49-F238E27FC236}">
                <a16:creationId xmlns:a16="http://schemas.microsoft.com/office/drawing/2014/main" id="{E7E3E54D-709A-43E0-B939-11375194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504" y="2235657"/>
            <a:ext cx="1924494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4" name="Google Shape;644;p12">
            <a:extLst xmlns:a="http://schemas.openxmlformats.org/drawingml/2006/main">
              <a:ext uri="{FF2B5EF4-FFF2-40B4-BE49-F238E27FC236}">
                <a16:creationId xmlns:a16="http://schemas.microsoft.com/office/drawing/2014/main" id="{F8B90D93-4AA4-43D5-BA27-1D0BB8E7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695" y="2465358"/>
            <a:ext cx="17875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입력 Adapter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(입력 Data 변환기)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45" name="Google Shape;645;p12">
            <a:extLst xmlns:a="http://schemas.openxmlformats.org/drawingml/2006/main">
              <a:ext uri="{FF2B5EF4-FFF2-40B4-BE49-F238E27FC236}">
                <a16:creationId xmlns:a16="http://schemas.microsoft.com/office/drawing/2014/main" id="{100CB836-5157-4C22-8948-B81AC7B2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7839" y="2725686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6" name="Google Shape;646;p12">
            <a:extLst xmlns:a="http://schemas.openxmlformats.org/drawingml/2006/main">
              <a:ext uri="{FF2B5EF4-FFF2-40B4-BE49-F238E27FC236}">
                <a16:creationId xmlns:a16="http://schemas.microsoft.com/office/drawing/2014/main" id="{A665494B-ADDC-4AA0-AF5F-B82D4E6A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9140" y="2235657"/>
            <a:ext cx="2204348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7" name="Google Shape;647;p12">
            <a:extLst xmlns:a="http://schemas.openxmlformats.org/drawingml/2006/main">
              <a:ext uri="{FF2B5EF4-FFF2-40B4-BE49-F238E27FC236}">
                <a16:creationId xmlns:a16="http://schemas.microsoft.com/office/drawing/2014/main" id="{F76DB14E-1370-4072-93DD-DE2EAFF5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108" y="2465358"/>
            <a:ext cx="2186939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ML → RAG → AI Agent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→ 작업자의 확인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48" name="Google Shape;648;p12">
            <a:extLst xmlns:a="http://schemas.openxmlformats.org/drawingml/2006/main">
              <a:ext uri="{FF2B5EF4-FFF2-40B4-BE49-F238E27FC236}">
                <a16:creationId xmlns:a16="http://schemas.microsoft.com/office/drawing/2014/main" id="{2A472436-6866-4E4B-B568-907010A6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3" y="2194230"/>
            <a:ext cx="2282960" cy="690447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9" name="Google Shape;649;p12">
            <a:extLst xmlns:a="http://schemas.openxmlformats.org/drawingml/2006/main">
              <a:ext uri="{FF2B5EF4-FFF2-40B4-BE49-F238E27FC236}">
                <a16:creationId xmlns:a16="http://schemas.microsoft.com/office/drawing/2014/main" id="{80C66E10-FECF-47FE-A296-93D9B3A2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3799" y="2327934"/>
            <a:ext cx="2110741" cy="4576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실시간 Sensor / Gateway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(Bearing 상태 수집 장치)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50" name="Google Shape;650;p12">
            <a:extLst xmlns:a="http://schemas.openxmlformats.org/drawingml/2006/main">
              <a:ext uri="{FF2B5EF4-FFF2-40B4-BE49-F238E27FC236}">
                <a16:creationId xmlns:a16="http://schemas.microsoft.com/office/drawing/2014/main" id="{826718C4-FDE8-47C0-A1B7-FFB6066C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9387" y="252959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1" name="Google Shape;651;p12">
            <a:extLst xmlns:a="http://schemas.openxmlformats.org/drawingml/2006/main">
              <a:ext uri="{FF2B5EF4-FFF2-40B4-BE49-F238E27FC236}">
                <a16:creationId xmlns:a16="http://schemas.microsoft.com/office/drawing/2014/main" id="{E2D4D1DB-3E6B-4188-8946-C75AF398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245" y="2194230"/>
            <a:ext cx="1744174" cy="690447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2" name="Google Shape;652;p12">
            <a:extLst xmlns:a="http://schemas.openxmlformats.org/drawingml/2006/main">
              <a:ext uri="{FF2B5EF4-FFF2-40B4-BE49-F238E27FC236}">
                <a16:creationId xmlns:a16="http://schemas.microsoft.com/office/drawing/2014/main" id="{1C5BCA06-CCB8-4CC2-BAED-DCC6FFB2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5607" y="2312320"/>
            <a:ext cx="1781175" cy="472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입력 Adapter</a:t>
            </a:r>
            <a:b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</a:b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(입력 Data 변환기)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53" name="Google Shape;653;p12">
            <a:extLst xmlns:a="http://schemas.openxmlformats.org/drawingml/2006/main">
              <a:ext uri="{FF2B5EF4-FFF2-40B4-BE49-F238E27FC236}">
                <a16:creationId xmlns:a16="http://schemas.microsoft.com/office/drawing/2014/main" id="{8ABE1306-A7BF-49F4-B282-47B70C14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0519" y="252959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4" name="Google Shape;654;p12">
            <a:extLst xmlns:a="http://schemas.openxmlformats.org/drawingml/2006/main">
              <a:ext uri="{FF2B5EF4-FFF2-40B4-BE49-F238E27FC236}">
                <a16:creationId xmlns:a16="http://schemas.microsoft.com/office/drawing/2014/main" id="{5BC2B9B3-2591-4CE9-988B-30BBBA36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8170" y="2194231"/>
            <a:ext cx="1634388" cy="716880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5" name="Google Shape;655;p12">
            <a:extLst xmlns:a="http://schemas.openxmlformats.org/drawingml/2006/main">
              <a:ext uri="{FF2B5EF4-FFF2-40B4-BE49-F238E27FC236}">
                <a16:creationId xmlns:a16="http://schemas.microsoft.com/office/drawing/2014/main" id="{BA0C1692-B91F-439F-B024-34D0F254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3294" y="2311755"/>
            <a:ext cx="1781175" cy="482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기존 ML / Agent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→ MES / CMMS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6" name="Google Shape;656;p12">
            <a:extLst xmlns:a="http://schemas.openxmlformats.org/drawingml/2006/main">
              <a:ext uri="{FF2B5EF4-FFF2-40B4-BE49-F238E27FC236}">
                <a16:creationId xmlns:a16="http://schemas.microsoft.com/office/drawing/2014/main" id="{A644EE89-0CCF-4316-8CEE-0DD75653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46" y="4774961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현재의 한계</a:t>
            </a:r>
            <a:endParaRPr sz="16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57" name="Google Shape;657;p12">
            <a:extLst xmlns:a="http://schemas.openxmlformats.org/drawingml/2006/main">
              <a:ext uri="{FF2B5EF4-FFF2-40B4-BE49-F238E27FC236}">
                <a16:creationId xmlns:a16="http://schemas.microsoft.com/office/drawing/2014/main" id="{6FC47863-5972-45BC-B6B2-94C3EAB1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42564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실시간 생산 설비 Sensor에 직접 연결 전</a:t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8" name="Google Shape;658;p12">
            <a:extLst xmlns:a="http://schemas.openxmlformats.org/drawingml/2006/main">
              <a:ext uri="{FF2B5EF4-FFF2-40B4-BE49-F238E27FC236}">
                <a16:creationId xmlns:a16="http://schemas.microsoft.com/office/drawing/2014/main" id="{0D137C7B-E931-4FD7-8FDF-1D09BE5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86938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학습에 사용하지 않은 새로운 Bearing에서의 성능은 추가 검증 필요</a:t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9" name="Google Shape;659;p12">
            <a:extLst xmlns:a="http://schemas.openxmlformats.org/drawingml/2006/main">
              <a:ext uri="{FF2B5EF4-FFF2-40B4-BE49-F238E27FC236}">
                <a16:creationId xmlns:a16="http://schemas.microsoft.com/office/drawing/2014/main" id="{C340CD17-4CF1-4894-9F4C-B9E09CC2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31312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단어의 특징으로 유사 자료를 찾는 방식은 문장의 의미를 이해하기에 한계가 있음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0" name="Google Shape;660;p12">
            <a:extLst xmlns:a="http://schemas.openxmlformats.org/drawingml/2006/main">
              <a:ext uri="{FF2B5EF4-FFF2-40B4-BE49-F238E27FC236}">
                <a16:creationId xmlns:a16="http://schemas.microsoft.com/office/drawing/2014/main" id="{535F0424-927E-4BEB-80D7-CCF26305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017" y="5924053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1" name="Google Shape;661;p12">
            <a:extLst xmlns:a="http://schemas.openxmlformats.org/drawingml/2006/main">
              <a:ext uri="{FF2B5EF4-FFF2-40B4-BE49-F238E27FC236}">
                <a16:creationId xmlns:a16="http://schemas.microsoft.com/office/drawing/2014/main" id="{2A14196D-4F97-4969-A378-516AE9FE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2950960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단어가 비슷한 자료 +  의미가 비슷한 자료를 함께 검색 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근거가 부족하면 답변 보류</a:t>
            </a:r>
            <a:endParaRPr sz="12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2" name="Google Shape;662;p12">
            <a:extLst xmlns:a="http://schemas.openxmlformats.org/drawingml/2006/main">
              <a:ext uri="{FF2B5EF4-FFF2-40B4-BE49-F238E27FC236}">
                <a16:creationId xmlns:a16="http://schemas.microsoft.com/office/drawing/2014/main" id="{02234988-A26C-450F-9174-F5CEFE3F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341026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새로운 Bearing과 다양한 운전 조건에서 별도 성능 검증</a:t>
            </a:r>
            <a:endParaRPr sz="12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3" name="Google Shape;663;p12">
            <a:extLst xmlns:a="http://schemas.openxmlformats.org/drawingml/2006/main">
              <a:ext uri="{FF2B5EF4-FFF2-40B4-BE49-F238E27FC236}">
                <a16:creationId xmlns:a16="http://schemas.microsoft.com/office/drawing/2014/main" id="{29DD61D0-1BE6-4597-B739-9AEC80A0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578692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설비별 장기 이력 (Memory) 고도화</a:t>
            </a:r>
            <a:endParaRPr sz="12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4" name="Google Shape;664;p12">
            <a:extLst xmlns:a="http://schemas.openxmlformats.org/drawingml/2006/main">
              <a:ext uri="{FF2B5EF4-FFF2-40B4-BE49-F238E27FC236}">
                <a16:creationId xmlns:a16="http://schemas.microsoft.com/office/drawing/2014/main" id="{EC33E056-9EA1-45DB-AF0F-5A001D71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797309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실시간 Sensor / Gateway + MES </a:t>
            </a:r>
            <a:r>
              <a:rPr sz="1200" b="0" i="0" u="none" strike="noStrike" cap="none">
                <a:solidFill>
                  <a:srgbClr val="18364D"/>
                </a:solidFill>
                <a:latin typeface="Arial"/>
                <a:ea typeface="Arial"/>
                <a:cs typeface="Arial"/>
              </a:rPr>
              <a:t>·</a:t>
            </a: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 CMMS 연동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5" name="Google Shape;665;p12">
            <a:extLst xmlns:a="http://schemas.openxmlformats.org/drawingml/2006/main">
              <a:ext uri="{FF2B5EF4-FFF2-40B4-BE49-F238E27FC236}">
                <a16:creationId xmlns:a16="http://schemas.microsoft.com/office/drawing/2014/main" id="{FB3CF399-2725-434C-8F08-4756E21E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2723"/>
            <a:ext cx="14264640" cy="1345402"/>
          </a:xfrm>
          <a:prstGeom xmlns:a="http://schemas.openxmlformats.org/drawingml/2006/main" prst="roundRect">
            <a:avLst>
              <a:gd name="adj" fmla="val 9309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6" name="Google Shape;666;p12">
            <a:extLst xmlns:a="http://schemas.openxmlformats.org/drawingml/2006/main">
              <a:ext uri="{FF2B5EF4-FFF2-40B4-BE49-F238E27FC236}">
                <a16:creationId xmlns:a16="http://schemas.microsoft.com/office/drawing/2014/main" id="{BA1262F4-7211-428A-9DEF-613FC700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" y="6616509"/>
            <a:ext cx="13701713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sz="2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AI가 작업자에게 설비의 이상과 그 근거를 알려주고, 다음에 무엇을 점검하고 조치해야 하는지 제안하여</a:t>
            </a:r>
            <a:endParaRPr sz="22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sz="2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작업자의 판단을 도와줍니다.</a:t>
            </a:r>
            <a:endParaRPr sz="22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67" name="Google Shape;667;p12">
            <a:extLst xmlns:a="http://schemas.openxmlformats.org/drawingml/2006/main">
              <a:ext uri="{FF2B5EF4-FFF2-40B4-BE49-F238E27FC236}">
                <a16:creationId xmlns:a16="http://schemas.microsoft.com/office/drawing/2014/main" id="{BE3C44A4-3428-46CA-B436-38B912FC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19" y="7413879"/>
            <a:ext cx="1333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sz="1875" b="1" i="0" u="none" strike="noStrike" cap="none">
                <a:solidFill>
                  <a:srgbClr val="7FDDF0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8" name="Google Shape;668;p12">
            <a:extLst xmlns:a="http://schemas.openxmlformats.org/drawingml/2006/main">
              <a:ext uri="{FF2B5EF4-FFF2-40B4-BE49-F238E27FC236}">
                <a16:creationId xmlns:a16="http://schemas.microsoft.com/office/drawing/2014/main" id="{B963B3C1-AB9C-42B5-96C1-B988B1FD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9" name="Google Shape;669;p12">
            <a:extLst xmlns:a="http://schemas.openxmlformats.org/drawingml/2006/main">
              <a:ext uri="{FF2B5EF4-FFF2-40B4-BE49-F238E27FC236}">
                <a16:creationId xmlns:a16="http://schemas.microsoft.com/office/drawing/2014/main" id="{16F350CF-9D56-4DCB-ACCF-7F529D53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049" y="8075816"/>
            <a:ext cx="64008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CE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70" name="Google Shape;670;p12">
            <a:extLst xmlns:a="http://schemas.openxmlformats.org/drawingml/2006/main">
              <a:ext uri="{FF2B5EF4-FFF2-40B4-BE49-F238E27FC236}">
                <a16:creationId xmlns:a16="http://schemas.microsoft.com/office/drawing/2014/main" id="{97613FF1-F117-4A04-834C-4B1A58C2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1259" y="6125826"/>
            <a:ext cx="9144" cy="91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1" name="Google Shape;671;p12">
            <a:extLst xmlns:a="http://schemas.openxmlformats.org/drawingml/2006/main">
              <a:ext uri="{FF2B5EF4-FFF2-40B4-BE49-F238E27FC236}">
                <a16:creationId xmlns:a16="http://schemas.microsoft.com/office/drawing/2014/main" id="{EF6F6909-0975-4A9F-830E-3F61477E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180" y="4256095"/>
            <a:ext cx="7003899" cy="2067869"/>
          </a:xfrm>
          <a:prstGeom xmlns:a="http://schemas.openxmlformats.org/drawingml/2006/main" prst="roundRect">
            <a:avLst>
              <a:gd name="adj" fmla="val 3367"/>
            </a:avLst>
          </a:prstGeom>
          <a:solidFill xmlns:a="http://schemas.openxmlformats.org/drawingml/2006/main">
            <a:srgbClr val="F2FCF4"/>
          </a:solidFill>
          <a:ln xmlns:a="http://schemas.openxmlformats.org/drawingml/2006/main" w="127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2" name="Google Shape;672;p12">
            <a:extLst xmlns:a="http://schemas.openxmlformats.org/drawingml/2006/main">
              <a:ext uri="{FF2B5EF4-FFF2-40B4-BE49-F238E27FC236}">
                <a16:creationId xmlns:a16="http://schemas.microsoft.com/office/drawing/2014/main" id="{B8354B82-C0EC-461E-A4E4-29327FEF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6071" y="4385979"/>
            <a:ext cx="2988855" cy="35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9"/>
              <a:buFont typeface="Arial"/>
              <a:buNone/>
            </a:pPr>
            <a:r>
              <a:rPr sz="173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03 현장 적용 · 사업화 모델</a:t>
            </a:r>
            <a:endParaRPr sz="173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3" name="Google Shape;673;p12">
            <a:extLst xmlns:a="http://schemas.openxmlformats.org/drawingml/2006/main">
              <a:ext uri="{FF2B5EF4-FFF2-40B4-BE49-F238E27FC236}">
                <a16:creationId xmlns:a16="http://schemas.microsoft.com/office/drawing/2014/main" id="{DB9D7C92-271D-447A-9EC9-7ED22A2E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2" y="4791181"/>
            <a:ext cx="1889723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4" name="Google Shape;674;p12">
            <a:extLst xmlns:a="http://schemas.openxmlformats.org/drawingml/2006/main">
              <a:ext uri="{FF2B5EF4-FFF2-40B4-BE49-F238E27FC236}">
                <a16:creationId xmlns:a16="http://schemas.microsoft.com/office/drawing/2014/main" id="{DCB6BA3F-2D0F-4F5E-A183-F7C019BC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62373"/>
            <a:ext cx="1344168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① 맞춤 구축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5" name="Google Shape;675;p12">
            <a:extLst xmlns:a="http://schemas.openxmlformats.org/drawingml/2006/main">
              <a:ext uri="{FF2B5EF4-FFF2-40B4-BE49-F238E27FC236}">
                <a16:creationId xmlns:a16="http://schemas.microsoft.com/office/drawing/2014/main" id="{169F42A2-0666-4A42-8CA9-D16AF95C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474" y="5154015"/>
            <a:ext cx="1613408" cy="461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Sensor/Gateway · </a:t>
            </a:r>
            <a:b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</a:b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MES·CMMS 연계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6" name="Google Shape;676;p12">
            <a:extLst xmlns:a="http://schemas.openxmlformats.org/drawingml/2006/main">
              <a:ext uri="{FF2B5EF4-FFF2-40B4-BE49-F238E27FC236}">
                <a16:creationId xmlns:a16="http://schemas.microsoft.com/office/drawing/2014/main" id="{F737A2AD-2B64-4FBA-98AA-B67DCE8C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1917" y="4791181"/>
            <a:ext cx="1889327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7" name="Google Shape;677;p12">
            <a:extLst xmlns:a="http://schemas.openxmlformats.org/drawingml/2006/main">
              <a:ext uri="{FF2B5EF4-FFF2-40B4-BE49-F238E27FC236}">
                <a16:creationId xmlns:a16="http://schemas.microsoft.com/office/drawing/2014/main" id="{B75BEFDD-CECC-4CF4-9CDB-5423BF52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864" y="4862373"/>
            <a:ext cx="1497109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② 운영·고도화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8" name="Google Shape;678;p12">
            <a:extLst xmlns:a="http://schemas.openxmlformats.org/drawingml/2006/main">
              <a:ext uri="{FF2B5EF4-FFF2-40B4-BE49-F238E27FC236}">
                <a16:creationId xmlns:a16="http://schemas.microsoft.com/office/drawing/2014/main" id="{86845B83-A6B7-4EB3-9F2D-CA6DAAEC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468" y="5154015"/>
            <a:ext cx="1613408" cy="461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AI Agent 운영 · </a:t>
            </a:r>
            <a:b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</a:b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ML·RAG 지속 개선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79" name="Google Shape;679;p12">
            <a:extLst xmlns:a="http://schemas.openxmlformats.org/drawingml/2006/main">
              <a:ext uri="{FF2B5EF4-FFF2-40B4-BE49-F238E27FC236}">
                <a16:creationId xmlns:a16="http://schemas.microsoft.com/office/drawing/2014/main" id="{DDBEE5B4-C13D-4D08-B6F5-ABA832E6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44" y="4791181"/>
            <a:ext cx="1979114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0" name="Google Shape;680;p12">
            <a:extLst xmlns:a="http://schemas.openxmlformats.org/drawingml/2006/main">
              <a:ext uri="{FF2B5EF4-FFF2-40B4-BE49-F238E27FC236}">
                <a16:creationId xmlns:a16="http://schemas.microsoft.com/office/drawing/2014/main" id="{098EC35B-BBD0-4E84-A1F1-BB606A59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2021" y="4862373"/>
            <a:ext cx="1500890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③ 표준화·구독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1" name="Google Shape;681;p12">
            <a:extLst xmlns:a="http://schemas.openxmlformats.org/drawingml/2006/main">
              <a:ext uri="{FF2B5EF4-FFF2-40B4-BE49-F238E27FC236}">
                <a16:creationId xmlns:a16="http://schemas.microsoft.com/office/drawing/2014/main" id="{D8A3BEB3-D9CF-489F-9C36-8B344067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836" y="5154015"/>
            <a:ext cx="1902613" cy="461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표준 AI Agent Platform</a:t>
            </a:r>
            <a:b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</a:b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 · 설비/사업장 단위 구독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2" name="Google Shape;682;p12">
            <a:extLst xmlns:a="http://schemas.openxmlformats.org/drawingml/2006/main">
              <a:ext uri="{FF2B5EF4-FFF2-40B4-BE49-F238E27FC236}">
                <a16:creationId xmlns:a16="http://schemas.microsoft.com/office/drawing/2014/main" id="{F4E8C6E3-0D59-4528-AA11-41CB0257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1939" y="5096979"/>
            <a:ext cx="182880" cy="292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3" name="Google Shape;683;p12">
            <a:extLst xmlns:a="http://schemas.openxmlformats.org/drawingml/2006/main">
              <a:ext uri="{FF2B5EF4-FFF2-40B4-BE49-F238E27FC236}">
                <a16:creationId xmlns:a16="http://schemas.microsoft.com/office/drawing/2014/main" id="{C292A7D0-77D0-42B5-A409-CE476687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6522" y="5096979"/>
            <a:ext cx="182880" cy="292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4" name="Google Shape;684;p12">
            <a:extLst xmlns:a="http://schemas.openxmlformats.org/drawingml/2006/main">
              <a:ext uri="{FF2B5EF4-FFF2-40B4-BE49-F238E27FC236}">
                <a16:creationId xmlns:a16="http://schemas.microsoft.com/office/drawing/2014/main" id="{6AEA3A96-C51F-4ED4-B35D-8B7F06A3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127" y="4396736"/>
            <a:ext cx="2542317" cy="261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sz="1050" b="1" i="0" u="none" strike="noStrike" cap="none">
                <a:solidFill>
                  <a:srgbClr val="44AA79"/>
                </a:solidFill>
                <a:latin typeface="Malgun Gothic"/>
                <a:ea typeface="Malgun Gothic"/>
                <a:cs typeface="Malgun Gothic"/>
              </a:rPr>
              <a:t>Target  제조기업 설비보전·</a:t>
            </a:r>
            <a:r>
              <a:rPr sz="1100" b="1" i="0" u="none" strike="noStrike" cap="none">
                <a:solidFill>
                  <a:srgbClr val="44AA79"/>
                </a:solidFill>
                <a:latin typeface="Malgun Gothic"/>
                <a:ea typeface="Malgun Gothic"/>
                <a:cs typeface="Malgun Gothic"/>
              </a:rPr>
              <a:t>생산기술팀</a:t>
            </a:r>
            <a:endParaRPr sz="1050" b="0" i="0" u="none" strike="noStrike" cap="none">
              <a:solidFill>
                <a:srgbClr val="44AA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5" name="Google Shape;685;p12">
            <a:extLst xmlns:a="http://schemas.openxmlformats.org/drawingml/2006/main">
              <a:ext uri="{FF2B5EF4-FFF2-40B4-BE49-F238E27FC236}">
                <a16:creationId xmlns:a16="http://schemas.microsoft.com/office/drawing/2014/main" id="{741E440A-2751-46FF-B01A-8C04B1F9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2" y="5812742"/>
            <a:ext cx="6198049" cy="33442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0F5E6"/>
          </a:solidFill>
          <a:ln xmlns:a="http://schemas.openxmlformats.org/drawingml/2006/main" w="12700" cap="flat" cmpd="sng">
            <a:solidFill>
              <a:srgbClr val="E0F5E6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6" name="Google Shape;686;p12">
            <a:extLst xmlns:a="http://schemas.openxmlformats.org/drawingml/2006/main">
              <a:ext uri="{FF2B5EF4-FFF2-40B4-BE49-F238E27FC236}">
                <a16:creationId xmlns:a16="http://schemas.microsoft.com/office/drawing/2014/main" id="{E91A338B-60D4-46D8-A088-036DBC6A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465" y="5817314"/>
            <a:ext cx="5915708" cy="276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467D2"/>
                </a:solidFill>
                <a:latin typeface="Malgun Gothic"/>
                <a:ea typeface="Malgun Gothic"/>
                <a:cs typeface="Malgun Gothic"/>
              </a:rPr>
              <a:t>맞춤 구축·운영 → Adapter·Agent 표준화 → 설비·사업장 단위 구독형 서비스 확장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87" name="Google Shape;687;p12">
            <a:extLst xmlns:a="http://schemas.openxmlformats.org/drawingml/2006/main">
              <a:ext uri="{FF2B5EF4-FFF2-40B4-BE49-F238E27FC236}">
                <a16:creationId xmlns:a16="http://schemas.microsoft.com/office/drawing/2014/main" id="{E238DB5B-E9F6-42B6-AA41-8A24B970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0" y="3380150"/>
            <a:ext cx="6524959" cy="1278196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E9F7FA"/>
          </a:solidFill>
          <a:ln xmlns:a="http://schemas.openxmlformats.org/drawingml/2006/main" w="12700" cap="flat" cmpd="sng">
            <a:solidFill>
              <a:srgbClr val="00A6B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8" name="Google Shape;688;p12">
            <a:extLst xmlns:a="http://schemas.openxmlformats.org/drawingml/2006/main">
              <a:ext uri="{FF2B5EF4-FFF2-40B4-BE49-F238E27FC236}">
                <a16:creationId xmlns:a16="http://schemas.microsoft.com/office/drawing/2014/main" id="{447A7C9A-4DA7-488F-8C24-FFCFF0A1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0" y="3517489"/>
            <a:ext cx="54375" cy="96698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9" name="Google Shape;689;p12">
            <a:extLst xmlns:a="http://schemas.openxmlformats.org/drawingml/2006/main">
              <a:ext uri="{FF2B5EF4-FFF2-40B4-BE49-F238E27FC236}">
                <a16:creationId xmlns:a16="http://schemas.microsoft.com/office/drawing/2014/main" id="{31B6E375-F228-47F7-9200-257D47F7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3554340"/>
            <a:ext cx="5854338" cy="216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다른 제조설비로 적용 가능성 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0" name="Google Shape;690;p12">
            <a:extLst xmlns:a="http://schemas.openxmlformats.org/drawingml/2006/main">
              <a:ext uri="{FF2B5EF4-FFF2-40B4-BE49-F238E27FC236}">
                <a16:creationId xmlns:a16="http://schemas.microsoft.com/office/drawing/2014/main" id="{91AED2FD-699C-4F53-9C2B-DBF3B537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3803824"/>
            <a:ext cx="5854338" cy="216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KAMP CNC 제조 Data 1,085건</a:t>
            </a:r>
            <a:r>
              <a:rPr sz="1200" b="1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 → </a:t>
            </a: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별도 입력 기능</a:t>
            </a:r>
            <a:r>
              <a:rPr sz="1200" b="1" i="0" u="none" strike="noStrike" cap="none">
                <a:solidFill>
                  <a:srgbClr val="00A6BF"/>
                </a:solidFill>
                <a:latin typeface="Malgun Gothic"/>
                <a:ea typeface="Malgun Gothic"/>
                <a:cs typeface="Malgun Gothic"/>
              </a:rPr>
              <a:t> → </a:t>
            </a: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CNC 기술문서 검색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1" name="Google Shape;691;p12">
            <a:extLst xmlns:a="http://schemas.openxmlformats.org/drawingml/2006/main">
              <a:ext uri="{FF2B5EF4-FFF2-40B4-BE49-F238E27FC236}">
                <a16:creationId xmlns:a16="http://schemas.microsoft.com/office/drawing/2014/main" id="{959B43DD-3B0A-4B6F-883F-F8D92E6F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4053306"/>
            <a:ext cx="5854338" cy="216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Data 입력·기술문서 검색 Test 29/29 통과, 기존 운영 Code 변경 없음.</a:t>
            </a:r>
            <a:endParaRPr sz="12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92" name="Google Shape;692;p12">
            <a:extLst xmlns:a="http://schemas.openxmlformats.org/drawingml/2006/main">
              <a:ext uri="{FF2B5EF4-FFF2-40B4-BE49-F238E27FC236}">
                <a16:creationId xmlns:a16="http://schemas.microsoft.com/office/drawing/2014/main" id="{A720DF26-11D8-4020-BAD4-B7EE031F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4302788"/>
            <a:ext cx="5854338" cy="216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CNC 이상 판별 ML 성능은 아직 검증하지 않음.</a:t>
            </a:r>
            <a:endParaRPr sz="12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693" name="Google Shape;693;p12">
            <a:extLst xmlns:a="http://schemas.openxmlformats.org/drawingml/2006/main">
              <a:ext uri="{FF2B5EF4-FFF2-40B4-BE49-F238E27FC236}">
                <a16:creationId xmlns:a16="http://schemas.microsoft.com/office/drawing/2014/main" id="{B795699F-6D96-4C0E-94D2-810DA185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13" y="3514515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694" name="Google Shape;694;p12">
            <a:extLst xmlns:a="http://schemas.openxmlformats.org/drawingml/2006/main">
              <a:ext uri="{FF2B5EF4-FFF2-40B4-BE49-F238E27FC236}">
                <a16:creationId xmlns:a16="http://schemas.microsoft.com/office/drawing/2014/main" id="{4CAE18D7-EA37-4BE7-9630-208AC43138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5ff746a074c8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26849" y="3573951"/>
            <a:ext cx="155448" cy="15544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745760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DF2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0" name="Google Shape;700;p13">
            <a:extLst xmlns:a="http://schemas.openxmlformats.org/drawingml/2006/main">
              <a:ext uri="{FF2B5EF4-FFF2-40B4-BE49-F238E27FC236}">
                <a16:creationId xmlns:a16="http://schemas.microsoft.com/office/drawing/2014/main" id="{282AEC99-F783-4DC5-952E-79A1154D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2" y="1656598"/>
            <a:ext cx="7086600" cy="4667366"/>
          </a:xfrm>
          <a:prstGeom xmlns:a="http://schemas.openxmlformats.org/drawingml/2006/main" prst="roundRect">
            <a:avLst>
              <a:gd name="adj" fmla="val 32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1" name="Google Shape;701;p13">
            <a:extLst xmlns:a="http://schemas.openxmlformats.org/drawingml/2006/main">
              <a:ext uri="{FF2B5EF4-FFF2-40B4-BE49-F238E27FC236}">
                <a16:creationId xmlns:a16="http://schemas.microsoft.com/office/drawing/2014/main" id="{522007C3-B7A5-4D7A-B92B-EE451434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180" y="1627632"/>
            <a:ext cx="6995160" cy="2514919"/>
          </a:xfrm>
          <a:prstGeom xmlns:a="http://schemas.openxmlformats.org/drawingml/2006/main" prst="roundRect">
            <a:avLst>
              <a:gd name="adj" fmla="val 3278"/>
            </a:avLst>
          </a:prstGeom>
          <a:solidFill xmlns:a="http://schemas.openxmlformats.org/drawingml/2006/main">
            <a:srgbClr val="E2F5F8"/>
          </a:solidFill>
          <a:ln xmlns:a="http://schemas.openxmlformats.org/drawingml/2006/main" w="15875" cap="flat" cmpd="sng">
            <a:solidFill>
              <a:srgbClr val="00A6BF">
                <a:alpha val="7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2" name="Google Shape;702;p13">
            <a:extLst xmlns:a="http://schemas.openxmlformats.org/drawingml/2006/main">
              <a:ext uri="{FF2B5EF4-FFF2-40B4-BE49-F238E27FC236}">
                <a16:creationId xmlns:a16="http://schemas.microsoft.com/office/drawing/2014/main" id="{AA0C0EFB-796C-4BEE-8439-F81D3BA7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59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3" name="Google Shape;703;p13">
            <a:extLst xmlns:a="http://schemas.openxmlformats.org/drawingml/2006/main">
              <a:ext uri="{FF2B5EF4-FFF2-40B4-BE49-F238E27FC236}">
                <a16:creationId xmlns:a16="http://schemas.microsoft.com/office/drawing/2014/main" id="{4CD5E002-9113-4660-A39D-85AF1191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19" y="-1097280"/>
            <a:ext cx="2011680" cy="2011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4" name="Google Shape;704;p13">
            <a:extLst xmlns:a="http://schemas.openxmlformats.org/drawingml/2006/main">
              <a:ext uri="{FF2B5EF4-FFF2-40B4-BE49-F238E27FC236}">
                <a16:creationId xmlns:a16="http://schemas.microsoft.com/office/drawing/2014/main" id="{D7ACB2FE-63DF-458A-A668-B6CC25A6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5999" y="-1828800"/>
            <a:ext cx="3474720" cy="3474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5" name="Google Shape;705;p13">
            <a:extLst xmlns:a="http://schemas.openxmlformats.org/drawingml/2006/main">
              <a:ext uri="{FF2B5EF4-FFF2-40B4-BE49-F238E27FC236}">
                <a16:creationId xmlns:a16="http://schemas.microsoft.com/office/drawing/2014/main" id="{8B27D369-BA26-40B1-9C1D-12A6BF9F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0" y="-2560320"/>
            <a:ext cx="4937760" cy="4937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rgbClr val="00A6BF">
                <a:alpha val="25882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6" name="Google Shape;706;p13">
            <a:extLst xmlns:a="http://schemas.openxmlformats.org/drawingml/2006/main">
              <a:ext uri="{FF2B5EF4-FFF2-40B4-BE49-F238E27FC236}">
                <a16:creationId xmlns:a16="http://schemas.microsoft.com/office/drawing/2014/main" id="{89E115A6-3757-4D09-8614-81EA9722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2513" y="-115195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7" name="Google Shape;707;p13">
            <a:extLst xmlns:a="http://schemas.openxmlformats.org/drawingml/2006/main">
              <a:ext uri="{FF2B5EF4-FFF2-40B4-BE49-F238E27FC236}">
                <a16:creationId xmlns:a16="http://schemas.microsoft.com/office/drawing/2014/main" id="{87649064-1962-44D0-B3C3-D8DB1C4F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724" y="27326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8" name="Google Shape;708;p13">
            <a:extLst xmlns:a="http://schemas.openxmlformats.org/drawingml/2006/main">
              <a:ext uri="{FF2B5EF4-FFF2-40B4-BE49-F238E27FC236}">
                <a16:creationId xmlns:a16="http://schemas.microsoft.com/office/drawing/2014/main" id="{B6DAC151-6566-45A2-8945-183AB304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4754" y="71323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9" name="Google Shape;709;p13">
            <a:extLst xmlns:a="http://schemas.openxmlformats.org/drawingml/2006/main">
              <a:ext uri="{FF2B5EF4-FFF2-40B4-BE49-F238E27FC236}">
                <a16:creationId xmlns:a16="http://schemas.microsoft.com/office/drawing/2014/main" id="{C1E46085-B91F-4506-9C15-B7DBA017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6963" y="-1571539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0" name="Google Shape;710;p13">
            <a:extLst xmlns:a="http://schemas.openxmlformats.org/drawingml/2006/main">
              <a:ext uri="{FF2B5EF4-FFF2-40B4-BE49-F238E27FC236}">
                <a16:creationId xmlns:a16="http://schemas.microsoft.com/office/drawing/2014/main" id="{13724D03-BC88-4285-97B4-8ED6F44C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4" y="835111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>
              <a:alpha val="70196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1" name="Google Shape;711;p13">
            <a:extLst xmlns:a="http://schemas.openxmlformats.org/drawingml/2006/main">
              <a:ext uri="{FF2B5EF4-FFF2-40B4-BE49-F238E27FC236}">
                <a16:creationId xmlns:a16="http://schemas.microsoft.com/office/drawing/2014/main" id="{AEB3F49B-CD9C-4838-8CC4-F95FAB13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5202"/>
            <a:ext cx="2870200" cy="287654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3EDF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2" name="Google Shape;712;p13">
            <a:extLst xmlns:a="http://schemas.openxmlformats.org/drawingml/2006/main">
              <a:ext uri="{FF2B5EF4-FFF2-40B4-BE49-F238E27FC236}">
                <a16:creationId xmlns:a16="http://schemas.microsoft.com/office/drawing/2014/main" id="{6605F2F3-81C9-4680-B17A-F7C46EDE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545131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3" name="Google Shape;713;p13">
            <a:extLst xmlns:a="http://schemas.openxmlformats.org/drawingml/2006/main">
              <a:ext uri="{FF2B5EF4-FFF2-40B4-BE49-F238E27FC236}">
                <a16:creationId xmlns:a16="http://schemas.microsoft.com/office/drawing/2014/main" id="{F42F22FF-4E6E-478B-82E3-F65D5925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579624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4" name="Google Shape;714;p13">
            <a:extLst xmlns:a="http://schemas.openxmlformats.org/drawingml/2006/main">
              <a:ext uri="{FF2B5EF4-FFF2-40B4-BE49-F238E27FC236}">
                <a16:creationId xmlns:a16="http://schemas.microsoft.com/office/drawing/2014/main" id="{224E2225-46A5-4AF4-BFEE-FA308536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66" y="6141171"/>
            <a:ext cx="658368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5" name="Google Shape;715;p13">
            <a:extLst xmlns:a="http://schemas.openxmlformats.org/drawingml/2006/main">
              <a:ext uri="{FF2B5EF4-FFF2-40B4-BE49-F238E27FC236}">
                <a16:creationId xmlns:a16="http://schemas.microsoft.com/office/drawing/2014/main" id="{6BFB7EAF-0EDE-463E-BC14-DA5D4F52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6667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6" name="Google Shape;716;p13">
            <a:extLst xmlns:a="http://schemas.openxmlformats.org/drawingml/2006/main">
              <a:ext uri="{FF2B5EF4-FFF2-40B4-BE49-F238E27FC236}">
                <a16:creationId xmlns:a16="http://schemas.microsoft.com/office/drawing/2014/main" id="{EB883B84-D33F-4AB7-9B80-F506A8E3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"/>
            <a:ext cx="1371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75"/>
              <a:buFont typeface="Arial"/>
              <a:buNone/>
            </a:pPr>
            <a:r>
              <a:rPr sz="3075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사용자 피드백을 반영해 진단 화면을 개선했습니다.</a:t>
            </a:r>
            <a:endParaRPr sz="3075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17" name="Google Shape;717;p13">
            <a:extLst xmlns:a="http://schemas.openxmlformats.org/drawingml/2006/main">
              <a:ext uri="{FF2B5EF4-FFF2-40B4-BE49-F238E27FC236}">
                <a16:creationId xmlns:a16="http://schemas.microsoft.com/office/drawing/2014/main" id="{7887880E-A2C9-4E0C-B168-AE833567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1" y="1247140"/>
            <a:ext cx="1333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sz="127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사용자 테스트 결과와 실제 반영 내용</a:t>
            </a:r>
            <a:endParaRPr sz="127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18" name="Google Shape;718;p13">
            <a:extLst xmlns:a="http://schemas.openxmlformats.org/drawingml/2006/main">
              <a:ext uri="{FF2B5EF4-FFF2-40B4-BE49-F238E27FC236}">
                <a16:creationId xmlns:a16="http://schemas.microsoft.com/office/drawing/2014/main" id="{7C0A1924-4A5E-456C-9AE8-8DD83AE7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05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9" name="Google Shape;719;p13">
            <a:extLst xmlns:a="http://schemas.openxmlformats.org/drawingml/2006/main">
              <a:ext uri="{FF2B5EF4-FFF2-40B4-BE49-F238E27FC236}">
                <a16:creationId xmlns:a16="http://schemas.microsoft.com/office/drawing/2014/main" id="{FB661AC7-4DD5-49D3-AA49-DF9440B6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08672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0" name="Google Shape;720;p13">
            <a:extLst xmlns:a="http://schemas.openxmlformats.org/drawingml/2006/main">
              <a:ext uri="{FF2B5EF4-FFF2-40B4-BE49-F238E27FC236}">
                <a16:creationId xmlns:a16="http://schemas.microsoft.com/office/drawing/2014/main" id="{BEB174C4-7405-43E1-87A2-412F8117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58" y="1752600"/>
            <a:ext cx="676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01 사용자 테스트 결과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1" name="Google Shape;721;p13">
            <a:extLst xmlns:a="http://schemas.openxmlformats.org/drawingml/2006/main">
              <a:ext uri="{FF2B5EF4-FFF2-40B4-BE49-F238E27FC236}">
                <a16:creationId xmlns:a16="http://schemas.microsoft.com/office/drawing/2014/main" id="{0ECD1B93-1FEB-415B-BCBC-15AB9AE1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6072" y="1752600"/>
            <a:ext cx="6715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5"/>
              <a:buFont typeface="Arial"/>
              <a:buNone/>
            </a:pPr>
            <a:r>
              <a:rPr sz="1725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02 피드백 기반 UI 개선</a:t>
            </a:r>
            <a:endParaRPr sz="1725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22" name="Google Shape;722;p13">
            <a:extLst xmlns:a="http://schemas.openxmlformats.org/drawingml/2006/main">
              <a:ext uri="{FF2B5EF4-FFF2-40B4-BE49-F238E27FC236}">
                <a16:creationId xmlns:a16="http://schemas.microsoft.com/office/drawing/2014/main" id="{C7D19ADB-E23B-4491-9472-46624BAB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35657"/>
            <a:ext cx="1813657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3" name="Google Shape;723;p13">
            <a:extLst xmlns:a="http://schemas.openxmlformats.org/drawingml/2006/main">
              <a:ext uri="{FF2B5EF4-FFF2-40B4-BE49-F238E27FC236}">
                <a16:creationId xmlns:a16="http://schemas.microsoft.com/office/drawing/2014/main" id="{F5D355B3-0429-45A2-89FB-2D22088F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1" y="2465358"/>
            <a:ext cx="17875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유효 설문 응답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6건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24" name="Google Shape;724;p13">
            <a:extLst xmlns:a="http://schemas.openxmlformats.org/drawingml/2006/main">
              <a:ext uri="{FF2B5EF4-FFF2-40B4-BE49-F238E27FC236}">
                <a16:creationId xmlns:a16="http://schemas.microsoft.com/office/drawing/2014/main" id="{34051135-E8AB-467C-A772-3D880D77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504" y="2235657"/>
            <a:ext cx="1924494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5" name="Google Shape;725;p13">
            <a:extLst xmlns:a="http://schemas.openxmlformats.org/drawingml/2006/main">
              <a:ext uri="{FF2B5EF4-FFF2-40B4-BE49-F238E27FC236}">
                <a16:creationId xmlns:a16="http://schemas.microsoft.com/office/drawing/2014/main" id="{C18C0EBB-24CA-4934-98AC-A2523AA3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695" y="2465358"/>
            <a:ext cx="17875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전체 만족도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3.33 / 5점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26" name="Google Shape;726;p13">
            <a:extLst xmlns:a="http://schemas.openxmlformats.org/drawingml/2006/main">
              <a:ext uri="{FF2B5EF4-FFF2-40B4-BE49-F238E27FC236}">
                <a16:creationId xmlns:a16="http://schemas.microsoft.com/office/drawing/2014/main" id="{7C307E46-221D-407B-A730-9479CC69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9140" y="2235657"/>
            <a:ext cx="2204348" cy="1008379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7" name="Google Shape;727;p13">
            <a:extLst xmlns:a="http://schemas.openxmlformats.org/drawingml/2006/main">
              <a:ext uri="{FF2B5EF4-FFF2-40B4-BE49-F238E27FC236}">
                <a16:creationId xmlns:a16="http://schemas.microsoft.com/office/drawing/2014/main" id="{26F6C47B-EA17-48AA-AAD8-58A685D4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108" y="2465358"/>
            <a:ext cx="2186939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재사용·추천 의향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sz="1350" b="1" i="0" u="none" strike="noStrike" cap="none">
                <a:solidFill>
                  <a:srgbClr val="1765CE"/>
                </a:solidFill>
                <a:latin typeface="Malgun Gothic"/>
                <a:ea typeface="Malgun Gothic"/>
                <a:cs typeface="Malgun Gothic"/>
              </a:rPr>
              <a:t>예 3건 / 6건</a:t>
            </a:r>
            <a:endParaRPr sz="1350" b="1" i="0" u="none" strike="noStrike" cap="none">
              <a:solidFill>
                <a:srgbClr val="1765C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28" name="Google Shape;728;p13">
            <a:extLst xmlns:a="http://schemas.openxmlformats.org/drawingml/2006/main">
              <a:ext uri="{FF2B5EF4-FFF2-40B4-BE49-F238E27FC236}">
                <a16:creationId xmlns:a16="http://schemas.microsoft.com/office/drawing/2014/main" id="{92F1C8C0-8E02-4A0A-9311-D998CDB3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3" y="2194230"/>
            <a:ext cx="2282960" cy="690447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9" name="Google Shape;729;p13">
            <a:extLst xmlns:a="http://schemas.openxmlformats.org/drawingml/2006/main">
              <a:ext uri="{FF2B5EF4-FFF2-40B4-BE49-F238E27FC236}">
                <a16:creationId xmlns:a16="http://schemas.microsoft.com/office/drawing/2014/main" id="{13574965-B1AC-471A-BBAE-16038ADD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3799" y="2327934"/>
            <a:ext cx="2110741" cy="4576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사용 안내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4단계·용어 설명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30" name="Google Shape;730;p13">
            <a:extLst xmlns:a="http://schemas.openxmlformats.org/drawingml/2006/main">
              <a:ext uri="{FF2B5EF4-FFF2-40B4-BE49-F238E27FC236}">
                <a16:creationId xmlns:a16="http://schemas.microsoft.com/office/drawing/2014/main" id="{6A32F935-55D3-4F59-91D5-F1A5FA62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9387" y="252959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1" name="Google Shape;731;p13">
            <a:extLst xmlns:a="http://schemas.openxmlformats.org/drawingml/2006/main">
              <a:ext uri="{FF2B5EF4-FFF2-40B4-BE49-F238E27FC236}">
                <a16:creationId xmlns:a16="http://schemas.microsoft.com/office/drawing/2014/main" id="{E77D9760-E142-4556-9E85-D055806C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245" y="2194230"/>
            <a:ext cx="1744174" cy="690447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2" name="Google Shape;732;p13">
            <a:extLst xmlns:a="http://schemas.openxmlformats.org/drawingml/2006/main">
              <a:ext uri="{FF2B5EF4-FFF2-40B4-BE49-F238E27FC236}">
                <a16:creationId xmlns:a16="http://schemas.microsoft.com/office/drawing/2014/main" id="{FAA3418D-A3FB-462E-80B1-41BB4B38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5607" y="2312320"/>
            <a:ext cx="1781175" cy="472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PC 상단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ML 판정 확인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33" name="Google Shape;733;p13">
            <a:extLst xmlns:a="http://schemas.openxmlformats.org/drawingml/2006/main">
              <a:ext uri="{FF2B5EF4-FFF2-40B4-BE49-F238E27FC236}">
                <a16:creationId xmlns:a16="http://schemas.microsoft.com/office/drawing/2014/main" id="{D0A9A9D2-7D02-47D7-806E-BD919858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0519" y="2529595"/>
            <a:ext cx="209550" cy="11430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4" name="Google Shape;734;p13">
            <a:extLst xmlns:a="http://schemas.openxmlformats.org/drawingml/2006/main">
              <a:ext uri="{FF2B5EF4-FFF2-40B4-BE49-F238E27FC236}">
                <a16:creationId xmlns:a16="http://schemas.microsoft.com/office/drawing/2014/main" id="{726510CD-695D-4F18-ABD2-E7218A11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8170" y="2194231"/>
            <a:ext cx="1634388" cy="716880"/>
          </a:xfrm>
          <a:prstGeom xmlns:a="http://schemas.openxmlformats.org/drawingml/2006/main" prst="roundRect">
            <a:avLst>
              <a:gd name="adj" fmla="val 10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00A6BF">
                <a:alpha val="60000"/>
              </a:srgbClr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5" name="Google Shape;735;p13">
            <a:extLst xmlns:a="http://schemas.openxmlformats.org/drawingml/2006/main">
              <a:ext uri="{FF2B5EF4-FFF2-40B4-BE49-F238E27FC236}">
                <a16:creationId xmlns:a16="http://schemas.microsoft.com/office/drawing/2014/main" id="{B0383B69-9DEE-47AD-9FD0-60FF58CC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3294" y="2311755"/>
            <a:ext cx="1781175" cy="482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모바일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결과 요약·바로가기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6" name="Google Shape;736;p13">
            <a:extLst xmlns:a="http://schemas.openxmlformats.org/drawingml/2006/main">
              <a:ext uri="{FF2B5EF4-FFF2-40B4-BE49-F238E27FC236}">
                <a16:creationId xmlns:a16="http://schemas.microsoft.com/office/drawing/2014/main" id="{CD619BCA-D9B8-4F28-84BD-E72F773F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46" y="4774961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주요 개선 의견</a:t>
            </a:r>
            <a:endParaRPr sz="16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37" name="Google Shape;737;p13">
            <a:extLst xmlns:a="http://schemas.openxmlformats.org/drawingml/2006/main">
              <a:ext uri="{FF2B5EF4-FFF2-40B4-BE49-F238E27FC236}">
                <a16:creationId xmlns:a16="http://schemas.microsoft.com/office/drawing/2014/main" id="{07EA28E9-833B-4711-8736-5F8843D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42564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사용법·용어·설명 보강: 3건</a:t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8" name="Google Shape;738;p13">
            <a:extLst xmlns:a="http://schemas.openxmlformats.org/drawingml/2006/main">
              <a:ext uri="{FF2B5EF4-FFF2-40B4-BE49-F238E27FC236}">
                <a16:creationId xmlns:a16="http://schemas.microsoft.com/office/drawing/2014/main" id="{44C48C5B-026B-4D58-9E61-7C2E5C13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86938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화면 구성·직관성 개선: 3건</a:t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9" name="Google Shape;739;p13">
            <a:extLst xmlns:a="http://schemas.openxmlformats.org/drawingml/2006/main">
              <a:ext uri="{FF2B5EF4-FFF2-40B4-BE49-F238E27FC236}">
                <a16:creationId xmlns:a16="http://schemas.microsoft.com/office/drawing/2014/main" id="{C77400A2-EA08-40C9-80DD-C9484F91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31312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실제 현장 데이터 검증·연계: 2건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0" name="Google Shape;740;p13">
            <a:extLst xmlns:a="http://schemas.openxmlformats.org/drawingml/2006/main">
              <a:ext uri="{FF2B5EF4-FFF2-40B4-BE49-F238E27FC236}">
                <a16:creationId xmlns:a16="http://schemas.microsoft.com/office/drawing/2014/main" id="{5826DB38-A133-495A-9384-65941172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017" y="5924053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1" name="Google Shape;741;p13">
            <a:extLst xmlns:a="http://schemas.openxmlformats.org/drawingml/2006/main">
              <a:ext uri="{FF2B5EF4-FFF2-40B4-BE49-F238E27FC236}">
                <a16:creationId xmlns:a16="http://schemas.microsoft.com/office/drawing/2014/main" id="{47502E35-B014-47E7-9FEF-CBB69200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114766"/>
            <a:ext cx="6715200" cy="4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FB-001  4단계 사용 안내와 기술 용어 설명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2" name="Google Shape;742;p13">
            <a:extLst xmlns:a="http://schemas.openxmlformats.org/drawingml/2006/main">
              <a:ext uri="{FF2B5EF4-FFF2-40B4-BE49-F238E27FC236}">
                <a16:creationId xmlns:a16="http://schemas.microsoft.com/office/drawing/2014/main" id="{6A52A2F5-B735-4D8A-871C-618382FB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341026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FB-002  PC 상단 ML 판정·모바일 결과 요약</a:t>
            </a:r>
            <a:endParaRPr sz="12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3" name="Google Shape;743;p13">
            <a:extLst xmlns:a="http://schemas.openxmlformats.org/drawingml/2006/main">
              <a:ext uri="{FF2B5EF4-FFF2-40B4-BE49-F238E27FC236}">
                <a16:creationId xmlns:a16="http://schemas.microsoft.com/office/drawing/2014/main" id="{5E32BFAA-A4BB-4BF5-A0EF-49B8EC19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578692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FB-003  상세 기술정보 선택 열람</a:t>
            </a:r>
            <a:endParaRPr sz="1200" b="0" i="0" u="none" strike="noStrike" cap="none">
              <a:solidFill>
                <a:srgbClr val="132E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4" name="Google Shape;744;p13">
            <a:extLst xmlns:a="http://schemas.openxmlformats.org/drawingml/2006/main">
              <a:ext uri="{FF2B5EF4-FFF2-40B4-BE49-F238E27FC236}">
                <a16:creationId xmlns:a16="http://schemas.microsoft.com/office/drawing/2014/main" id="{F94D4E80-6180-4910-BE6A-AE058B51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955" y="3797309"/>
            <a:ext cx="6715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32E4A"/>
              </a:buClr>
              <a:buSzPts val="1200"/>
              <a:buFont typeface="Noto Sans Symbols"/>
              <a:buChar char="✔"/>
            </a:pPr>
            <a:r>
              <a:rPr sz="1200" b="0" i="0" u="none" strike="noStrike" cap="none">
                <a:solidFill>
                  <a:srgbClr val="132E4A"/>
                </a:solidFill>
                <a:latin typeface="Arial"/>
                <a:ea typeface="Arial"/>
                <a:cs typeface="Arial"/>
              </a:rPr>
              <a:t>FB-004  모바일 정보 배치·탐색 보완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5" name="Google Shape;745;p13">
            <a:extLst xmlns:a="http://schemas.openxmlformats.org/drawingml/2006/main">
              <a:ext uri="{FF2B5EF4-FFF2-40B4-BE49-F238E27FC236}">
                <a16:creationId xmlns:a16="http://schemas.microsoft.com/office/drawing/2014/main" id="{D55D7CD1-B3EA-466C-BE8F-FD8459C3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2723"/>
            <a:ext cx="14264640" cy="1345402"/>
          </a:xfrm>
          <a:prstGeom xmlns:a="http://schemas.openxmlformats.org/drawingml/2006/main" prst="roundRect">
            <a:avLst>
              <a:gd name="adj" fmla="val 9309"/>
            </a:avLst>
          </a:prstGeom>
          <a:solidFill xmlns:a="http://schemas.openxmlformats.org/drawingml/2006/main">
            <a:srgbClr val="132E4A"/>
          </a:solidFill>
          <a:ln xmlns:a="http://schemas.openxmlformats.org/drawingml/2006/main">
            <a:noFill/>
          </a:ln>
          <a:effectLst xmlns:a="http://schemas.openxmlformats.org/drawingml/2006/main">
            <a:outerShdw blurRad="150000" dist="38100" dir="5400000" algn="t" rotWithShape="0">
              <a:srgbClr val="132E4A">
                <a:alpha val="14118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6" name="Google Shape;746;p13">
            <a:extLst xmlns:a="http://schemas.openxmlformats.org/drawingml/2006/main">
              <a:ext uri="{FF2B5EF4-FFF2-40B4-BE49-F238E27FC236}">
                <a16:creationId xmlns:a16="http://schemas.microsoft.com/office/drawing/2014/main" id="{85C6CDA9-5FF8-4027-8087-5FF2551A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" y="6616509"/>
            <a:ext cx="13701713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sz="22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 의견에서 확인한 설명·결과 탐색 문제를 실제 화면 개선으로 연결했습니다.</a:t>
            </a:r>
            <a:endParaRPr sz="22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47" name="Google Shape;747;p13">
            <a:extLst xmlns:a="http://schemas.openxmlformats.org/drawingml/2006/main">
              <a:ext uri="{FF2B5EF4-FFF2-40B4-BE49-F238E27FC236}">
                <a16:creationId xmlns:a16="http://schemas.microsoft.com/office/drawing/2014/main" id="{C55590C2-FA71-4169-9A62-F2784178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19" y="7413879"/>
            <a:ext cx="1333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5"/>
              <a:buFont typeface="Arial"/>
              <a:buNone/>
            </a:pPr>
            <a:r>
              <a:rPr sz="1875" b="1" i="0" u="none" strike="noStrike" cap="none">
                <a:solidFill>
                  <a:srgbClr val="7FDDF0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8" name="Google Shape;748;p13">
            <a:extLst xmlns:a="http://schemas.openxmlformats.org/drawingml/2006/main">
              <a:ext uri="{FF2B5EF4-FFF2-40B4-BE49-F238E27FC236}">
                <a16:creationId xmlns:a16="http://schemas.microsoft.com/office/drawing/2014/main" id="{2806927D-0AC6-41F1-B1E5-F37C3A18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727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B7C3"/>
          </a:solidFill>
          <a:ln xmlns:a="http://schemas.openxmlformats.org/drawingml/2006/main" w="12700" cap="flat" cmpd="sng">
            <a:solidFill>
              <a:srgbClr val="0FB7C3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9" name="Google Shape;749;p13">
            <a:extLst xmlns:a="http://schemas.openxmlformats.org/drawingml/2006/main">
              <a:ext uri="{FF2B5EF4-FFF2-40B4-BE49-F238E27FC236}">
                <a16:creationId xmlns:a16="http://schemas.microsoft.com/office/drawing/2014/main" id="{1D0EFE8C-E419-4075-B923-87A8DD37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049" y="8075816"/>
            <a:ext cx="64008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CE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50" name="Google Shape;750;p13">
            <a:extLst xmlns:a="http://schemas.openxmlformats.org/drawingml/2006/main">
              <a:ext uri="{FF2B5EF4-FFF2-40B4-BE49-F238E27FC236}">
                <a16:creationId xmlns:a16="http://schemas.microsoft.com/office/drawing/2014/main" id="{8ECF3B06-2681-4554-8D2B-F98BD9EA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1259" y="6125826"/>
            <a:ext cx="9144" cy="91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1" name="Google Shape;751;p13">
            <a:extLst xmlns:a="http://schemas.openxmlformats.org/drawingml/2006/main">
              <a:ext uri="{FF2B5EF4-FFF2-40B4-BE49-F238E27FC236}">
                <a16:creationId xmlns:a16="http://schemas.microsoft.com/office/drawing/2014/main" id="{EE4E141F-82AE-4558-98AD-BE7BED0D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180" y="4256095"/>
            <a:ext cx="7003899" cy="2067869"/>
          </a:xfrm>
          <a:prstGeom xmlns:a="http://schemas.openxmlformats.org/drawingml/2006/main" prst="roundRect">
            <a:avLst>
              <a:gd name="adj" fmla="val 3367"/>
            </a:avLst>
          </a:prstGeom>
          <a:solidFill xmlns:a="http://schemas.openxmlformats.org/drawingml/2006/main">
            <a:srgbClr val="F2FCF4"/>
          </a:solidFill>
          <a:ln xmlns:a="http://schemas.openxmlformats.org/drawingml/2006/main" w="127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2" name="Google Shape;752;p13">
            <a:extLst xmlns:a="http://schemas.openxmlformats.org/drawingml/2006/main">
              <a:ext uri="{FF2B5EF4-FFF2-40B4-BE49-F238E27FC236}">
                <a16:creationId xmlns:a16="http://schemas.microsoft.com/office/drawing/2014/main" id="{6A096F6D-1F6D-40FF-A481-CC55A71C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6071" y="4385979"/>
            <a:ext cx="2988855" cy="3550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9"/>
              <a:buFont typeface="Arial"/>
              <a:buNone/>
            </a:pPr>
            <a:r>
              <a:rPr sz="173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03 구현·화면 검증</a:t>
            </a:r>
            <a:endParaRPr sz="173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3" name="Google Shape;753;p13">
            <a:extLst xmlns:a="http://schemas.openxmlformats.org/drawingml/2006/main">
              <a:ext uri="{FF2B5EF4-FFF2-40B4-BE49-F238E27FC236}">
                <a16:creationId xmlns:a16="http://schemas.microsoft.com/office/drawing/2014/main" id="{D6DCA77A-3467-45E2-BD78-B4637EB3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2" y="4791181"/>
            <a:ext cx="1889723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4" name="Google Shape;754;p13">
            <a:extLst xmlns:a="http://schemas.openxmlformats.org/drawingml/2006/main">
              <a:ext uri="{FF2B5EF4-FFF2-40B4-BE49-F238E27FC236}">
                <a16:creationId xmlns:a16="http://schemas.microsoft.com/office/drawing/2014/main" id="{FA5132D3-289A-4F15-92A5-55A2FF39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62373"/>
            <a:ext cx="1344168" cy="304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① 구현 반영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5" name="Google Shape;755;p13">
            <a:extLst xmlns:a="http://schemas.openxmlformats.org/drawingml/2006/main">
              <a:ext uri="{FF2B5EF4-FFF2-40B4-BE49-F238E27FC236}">
                <a16:creationId xmlns:a16="http://schemas.microsoft.com/office/drawing/2014/main" id="{914575E0-153D-49B9-83C0-1C17D1CB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474" y="5154015"/>
            <a:ext cx="1613408" cy="45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FB-001~004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UI 변경 확인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6" name="Google Shape;756;p13">
            <a:extLst xmlns:a="http://schemas.openxmlformats.org/drawingml/2006/main">
              <a:ext uri="{FF2B5EF4-FFF2-40B4-BE49-F238E27FC236}">
                <a16:creationId xmlns:a16="http://schemas.microsoft.com/office/drawing/2014/main" id="{6A2AFA7D-4A03-494D-B0D4-3F86A7D6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1917" y="4791181"/>
            <a:ext cx="1889327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7" name="Google Shape;757;p13">
            <a:extLst xmlns:a="http://schemas.openxmlformats.org/drawingml/2006/main">
              <a:ext uri="{FF2B5EF4-FFF2-40B4-BE49-F238E27FC236}">
                <a16:creationId xmlns:a16="http://schemas.microsoft.com/office/drawing/2014/main" id="{8FFC8FA1-A158-4DE6-8FD7-59D83687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864" y="4862373"/>
            <a:ext cx="1497109" cy="304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② 자동 검사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8" name="Google Shape;758;p13">
            <a:extLst xmlns:a="http://schemas.openxmlformats.org/drawingml/2006/main">
              <a:ext uri="{FF2B5EF4-FFF2-40B4-BE49-F238E27FC236}">
                <a16:creationId xmlns:a16="http://schemas.microsoft.com/office/drawing/2014/main" id="{A21E2D2B-1E24-40AA-91CA-A37AE0BF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468" y="5154015"/>
            <a:ext cx="1613408" cy="45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타입 검사 통과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테스트 33개 통과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59" name="Google Shape;759;p13">
            <a:extLst xmlns:a="http://schemas.openxmlformats.org/drawingml/2006/main">
              <a:ext uri="{FF2B5EF4-FFF2-40B4-BE49-F238E27FC236}">
                <a16:creationId xmlns:a16="http://schemas.microsoft.com/office/drawing/2014/main" id="{F6A97741-C9B5-49D8-BED5-E23F266D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44" y="4791181"/>
            <a:ext cx="1979114" cy="909104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ap="flat" cmpd="sng">
            <a:solidFill>
              <a:srgbClr val="D2EBD7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0" name="Google Shape;760;p13">
            <a:extLst xmlns:a="http://schemas.openxmlformats.org/drawingml/2006/main">
              <a:ext uri="{FF2B5EF4-FFF2-40B4-BE49-F238E27FC236}">
                <a16:creationId xmlns:a16="http://schemas.microsoft.com/office/drawing/2014/main" id="{346AE298-5B8F-4209-8666-2314919B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2021" y="4862373"/>
            <a:ext cx="1500890" cy="304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③ 화면 확인</a:t>
            </a:r>
            <a:endParaRPr sz="14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1" name="Google Shape;761;p13">
            <a:extLst xmlns:a="http://schemas.openxmlformats.org/drawingml/2006/main">
              <a:ext uri="{FF2B5EF4-FFF2-40B4-BE49-F238E27FC236}">
                <a16:creationId xmlns:a16="http://schemas.microsoft.com/office/drawing/2014/main" id="{3EF69FE0-9B4D-4712-A612-C3BDE865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836" y="5154015"/>
            <a:ext cx="1902613" cy="45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PC·모바일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536578"/>
                </a:solidFill>
                <a:latin typeface="Malgun Gothic"/>
                <a:ea typeface="Malgun Gothic"/>
                <a:cs typeface="Malgun Gothic"/>
              </a:rPr>
              <a:t>배치 확인</a:t>
            </a:r>
            <a:endParaRPr sz="1200" b="1" i="0" u="none" strike="noStrike" cap="none">
              <a:solidFill>
                <a:srgbClr val="5365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2" name="Google Shape;762;p13">
            <a:extLst xmlns:a="http://schemas.openxmlformats.org/drawingml/2006/main">
              <a:ext uri="{FF2B5EF4-FFF2-40B4-BE49-F238E27FC236}">
                <a16:creationId xmlns:a16="http://schemas.microsoft.com/office/drawing/2014/main" id="{4018B8A9-1D5C-4AFF-AAFF-E4CE65FF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1939" y="5096979"/>
            <a:ext cx="182880" cy="292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3" name="Google Shape;763;p13">
            <a:extLst xmlns:a="http://schemas.openxmlformats.org/drawingml/2006/main">
              <a:ext uri="{FF2B5EF4-FFF2-40B4-BE49-F238E27FC236}">
                <a16:creationId xmlns:a16="http://schemas.microsoft.com/office/drawing/2014/main" id="{4EC5E49E-F12B-4EDE-893B-3387ED9A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6522" y="5096979"/>
            <a:ext cx="182880" cy="292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1" i="0" u="none" strike="noStrike" cap="none">
                <a:solidFill>
                  <a:srgbClr val="19965A"/>
                </a:solidFill>
                <a:latin typeface="Malgun Gothic"/>
                <a:ea typeface="Malgun Gothic"/>
                <a:cs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4" name="Google Shape;764;p13">
            <a:extLst xmlns:a="http://schemas.openxmlformats.org/drawingml/2006/main">
              <a:ext uri="{FF2B5EF4-FFF2-40B4-BE49-F238E27FC236}">
                <a16:creationId xmlns:a16="http://schemas.microsoft.com/office/drawing/2014/main" id="{417DDF1E-3178-4C8D-902E-5D7B9A71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127" y="4396736"/>
            <a:ext cx="2542317" cy="251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sz="1050" b="1" i="0" u="none" strike="noStrike" cap="none">
                <a:solidFill>
                  <a:srgbClr val="44AA79"/>
                </a:solidFill>
                <a:latin typeface="Malgun Gothic"/>
                <a:ea typeface="Malgun Gothic"/>
                <a:cs typeface="Malgun Gothic"/>
              </a:rPr>
              <a:t>Frontend 검증 결과</a:t>
            </a:r>
            <a:endParaRPr sz="1050" b="0" i="0" u="none" strike="noStrike" cap="none">
              <a:solidFill>
                <a:srgbClr val="44AA79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5" name="Google Shape;765;p13">
            <a:extLst xmlns:a="http://schemas.openxmlformats.org/drawingml/2006/main">
              <a:ext uri="{FF2B5EF4-FFF2-40B4-BE49-F238E27FC236}">
                <a16:creationId xmlns:a16="http://schemas.microsoft.com/office/drawing/2014/main" id="{1A3939E1-1F72-40D1-B150-9E3E0517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422" y="5812742"/>
            <a:ext cx="6198049" cy="334428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0F5E6"/>
          </a:solidFill>
          <a:ln xmlns:a="http://schemas.openxmlformats.org/drawingml/2006/main" w="12700" cap="flat" cmpd="sng">
            <a:solidFill>
              <a:srgbClr val="E0F5E6"/>
            </a:solidFill>
            <a:prstDash val="solid"/>
            <a:round/>
            <a:headEnd type="none" w="sm" len="sm"/>
            <a:tailEnd type="none" w="sm" len="sm"/>
          </a:ln>
          <a:effectLst xmlns:a="http://schemas.openxmlformats.org/drawingml/2006/main"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6" name="Google Shape;766;p13">
            <a:extLst xmlns:a="http://schemas.openxmlformats.org/drawingml/2006/main">
              <a:ext uri="{FF2B5EF4-FFF2-40B4-BE49-F238E27FC236}">
                <a16:creationId xmlns:a16="http://schemas.microsoft.com/office/drawing/2014/main" id="{8E963C03-D4E2-4E7B-8631-75CB284B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465" y="5817314"/>
            <a:ext cx="5915708" cy="274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467D2"/>
                </a:solidFill>
                <a:latin typeface="Malgun Gothic"/>
                <a:ea typeface="Malgun Gothic"/>
                <a:cs typeface="Malgun Gothic"/>
              </a:rPr>
              <a:t>프로덕션 빌드 통과 · 모바일 390px 가로 넘침 없음</a:t>
            </a: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67" name="Google Shape;767;p13">
            <a:extLst xmlns:a="http://schemas.openxmlformats.org/drawingml/2006/main">
              <a:ext uri="{FF2B5EF4-FFF2-40B4-BE49-F238E27FC236}">
                <a16:creationId xmlns:a16="http://schemas.microsoft.com/office/drawing/2014/main" id="{FDA7F54D-A2F8-4423-8453-2EAF5FEF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0" y="3380150"/>
            <a:ext cx="6524959" cy="1278196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E9F7FA"/>
          </a:solidFill>
          <a:ln xmlns:a="http://schemas.openxmlformats.org/drawingml/2006/main" w="12700" cap="flat" cmpd="sng">
            <a:solidFill>
              <a:srgbClr val="00A6B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8" name="Google Shape;768;p13">
            <a:extLst xmlns:a="http://schemas.openxmlformats.org/drawingml/2006/main">
              <a:ext uri="{FF2B5EF4-FFF2-40B4-BE49-F238E27FC236}">
                <a16:creationId xmlns:a16="http://schemas.microsoft.com/office/drawing/2014/main" id="{27616AFE-2936-4021-9C2E-641D26B8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090" y="3517489"/>
            <a:ext cx="54375" cy="96698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9" name="Google Shape;769;p13">
            <a:extLst xmlns:a="http://schemas.openxmlformats.org/drawingml/2006/main">
              <a:ext uri="{FF2B5EF4-FFF2-40B4-BE49-F238E27FC236}">
                <a16:creationId xmlns:a16="http://schemas.microsoft.com/office/drawing/2014/main" id="{04E5854F-F04D-4933-9C7A-0049C359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3554340"/>
            <a:ext cx="5854338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원본 설문 기반 과업 자가 보고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0" name="Google Shape;770;p13">
            <a:extLst xmlns:a="http://schemas.openxmlformats.org/drawingml/2006/main">
              <a:ext uri="{FF2B5EF4-FFF2-40B4-BE49-F238E27FC236}">
                <a16:creationId xmlns:a16="http://schemas.microsoft.com/office/drawing/2014/main" id="{97E253D6-BA98-4A66-817B-7AAC929F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3803824"/>
            <a:ext cx="5854338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완료 55건 / 84건 (65.5%)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1" name="Google Shape;771;p13">
            <a:extLst xmlns:a="http://schemas.openxmlformats.org/drawingml/2006/main">
              <a:ext uri="{FF2B5EF4-FFF2-40B4-BE49-F238E27FC236}">
                <a16:creationId xmlns:a16="http://schemas.microsoft.com/office/drawing/2014/main" id="{9C907B24-0FAB-45F0-BC9B-21F98229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4053306"/>
            <a:ext cx="5854338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132E4A"/>
                </a:solidFill>
                <a:latin typeface="Malgun Gothic"/>
                <a:ea typeface="Malgun Gothic"/>
                <a:cs typeface="Malgun Gothic"/>
              </a:rPr>
              <a:t>부분완료 29건 / 84건 (34.5%)</a:t>
            </a:r>
            <a:endParaRPr sz="1200" b="1" i="0" u="none" strike="noStrike" cap="none">
              <a:solidFill>
                <a:srgbClr val="132E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72" name="Google Shape;772;p13">
            <a:extLst xmlns:a="http://schemas.openxmlformats.org/drawingml/2006/main">
              <a:ext uri="{FF2B5EF4-FFF2-40B4-BE49-F238E27FC236}">
                <a16:creationId xmlns:a16="http://schemas.microsoft.com/office/drawing/2014/main" id="{0F2FA69D-7AA3-4929-8EE4-2CF39F79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961" y="4302788"/>
            <a:ext cx="5854338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strike="noStrike" cap="none">
                <a:solidFill>
                  <a:srgbClr val="C87521"/>
                </a:solidFill>
                <a:latin typeface="Malgun Gothic"/>
                <a:ea typeface="Malgun Gothic"/>
                <a:cs typeface="Malgun Gothic"/>
              </a:rPr>
              <a:t>모바일 설비 이력 완료 3건 / 6건 (50.0%)</a:t>
            </a:r>
            <a:endParaRPr sz="1200" b="1" i="0" u="none" strike="noStrike" cap="none">
              <a:solidFill>
                <a:srgbClr val="C8752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73" name="Google Shape;773;p13">
            <a:extLst xmlns:a="http://schemas.openxmlformats.org/drawingml/2006/main">
              <a:ext uri="{FF2B5EF4-FFF2-40B4-BE49-F238E27FC236}">
                <a16:creationId xmlns:a16="http://schemas.microsoft.com/office/drawing/2014/main" id="{B6360032-871E-4EFF-8B84-ABEF484F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13" y="3514515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B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74" name="Google Shape;774;p13">
            <a:extLst xmlns:a="http://schemas.openxmlformats.org/drawingml/2006/main">
              <a:ext uri="{FF2B5EF4-FFF2-40B4-BE49-F238E27FC236}">
                <a16:creationId xmlns:a16="http://schemas.microsoft.com/office/drawing/2014/main" id="{B357CF65-2255-44F6-89E8-2BA82BF08C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5c9fe0a2a244e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26849" y="3573951"/>
            <a:ext cx="155448" cy="15544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694398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0" name="Google Shape;780;p14">
            <a:extLst xmlns:a="http://schemas.openxmlformats.org/drawingml/2006/main">
              <a:ext uri="{FF2B5EF4-FFF2-40B4-BE49-F238E27FC236}">
                <a16:creationId xmlns:a16="http://schemas.microsoft.com/office/drawing/2014/main" id="{CFAECF87-BABB-4F45-921C-BF5828D8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304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B4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1" name="Google Shape;781;p14">
            <a:extLst xmlns:a="http://schemas.openxmlformats.org/drawingml/2006/main">
              <a:ext uri="{FF2B5EF4-FFF2-40B4-BE49-F238E27FC236}">
                <a16:creationId xmlns:a16="http://schemas.microsoft.com/office/drawing/2014/main" id="{88117942-2764-4E28-995A-7DCF9614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521207"/>
            <a:ext cx="64008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2" name="Google Shape;782;p14">
            <a:extLst xmlns:a="http://schemas.openxmlformats.org/drawingml/2006/main">
              <a:ext uri="{FF2B5EF4-FFF2-40B4-BE49-F238E27FC236}">
                <a16:creationId xmlns:a16="http://schemas.microsoft.com/office/drawing/2014/main" id="{240E2DB5-F443-4DA7-91F1-1D277D9B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93776"/>
            <a:ext cx="9144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sz="25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Smart Factory Agent Office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3" name="Google Shape;783;p14">
            <a:extLst xmlns:a="http://schemas.openxmlformats.org/drawingml/2006/main">
              <a:ext uri="{FF2B5EF4-FFF2-40B4-BE49-F238E27FC236}">
                <a16:creationId xmlns:a16="http://schemas.microsoft.com/office/drawing/2014/main" id="{CDF062A2-C904-46D7-AC78-089DD368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-960120"/>
            <a:ext cx="7315200" cy="7315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25" cap="flat" cmpd="sng">
            <a:solidFill>
              <a:srgbClr val="1D4E6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4" name="Google Shape;784;p14">
            <a:extLst xmlns:a="http://schemas.openxmlformats.org/drawingml/2006/main">
              <a:ext uri="{FF2B5EF4-FFF2-40B4-BE49-F238E27FC236}">
                <a16:creationId xmlns:a16="http://schemas.microsoft.com/office/drawing/2014/main" id="{E28EFEE1-6769-4205-9595-DDC16A7C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-320040"/>
            <a:ext cx="6035040" cy="60350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25" cap="flat" cmpd="sng">
            <a:solidFill>
              <a:srgbClr val="1D4E6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5" name="Google Shape;785;p14">
            <a:extLst xmlns:a="http://schemas.openxmlformats.org/drawingml/2006/main">
              <a:ext uri="{FF2B5EF4-FFF2-40B4-BE49-F238E27FC236}">
                <a16:creationId xmlns:a16="http://schemas.microsoft.com/office/drawing/2014/main" id="{A689E582-F1DA-4086-A081-A78064B7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65760"/>
            <a:ext cx="4663440" cy="46634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25" cap="flat" cmpd="sng">
            <a:solidFill>
              <a:srgbClr val="1D4E6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6" name="Google Shape;786;p14">
            <a:extLst xmlns:a="http://schemas.openxmlformats.org/drawingml/2006/main">
              <a:ext uri="{FF2B5EF4-FFF2-40B4-BE49-F238E27FC236}">
                <a16:creationId xmlns:a16="http://schemas.microsoft.com/office/drawing/2014/main" id="{CBA3F447-A60E-4BDE-9B48-BF24A646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9456" y="1042415"/>
            <a:ext cx="3291840" cy="32918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25" cap="flat" cmpd="sng">
            <a:solidFill>
              <a:srgbClr val="1D4E6F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7" name="Google Shape;787;p14">
            <a:extLst xmlns:a="http://schemas.openxmlformats.org/drawingml/2006/main">
              <a:ext uri="{FF2B5EF4-FFF2-40B4-BE49-F238E27FC236}">
                <a16:creationId xmlns:a16="http://schemas.microsoft.com/office/drawing/2014/main" id="{5E3A6F90-EDCE-48D8-B828-DE6C4382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232" y="1225296"/>
            <a:ext cx="59436" cy="594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8" name="Google Shape;788;p14">
            <a:extLst xmlns:a="http://schemas.openxmlformats.org/drawingml/2006/main">
              <a:ext uri="{FF2B5EF4-FFF2-40B4-BE49-F238E27FC236}">
                <a16:creationId xmlns:a16="http://schemas.microsoft.com/office/drawing/2014/main" id="{5F8F8711-B91F-4CE8-AF03-4EE5240B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0" y="114300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9" name="Google Shape;789;p14">
            <a:extLst xmlns:a="http://schemas.openxmlformats.org/drawingml/2006/main">
              <a:ext uri="{FF2B5EF4-FFF2-40B4-BE49-F238E27FC236}">
                <a16:creationId xmlns:a16="http://schemas.microsoft.com/office/drawing/2014/main" id="{E333DF60-08BC-4229-83AC-5D83CB60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2384" y="3675887"/>
            <a:ext cx="68580" cy="68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0" name="Google Shape;790;p14">
            <a:extLst xmlns:a="http://schemas.openxmlformats.org/drawingml/2006/main">
              <a:ext uri="{FF2B5EF4-FFF2-40B4-BE49-F238E27FC236}">
                <a16:creationId xmlns:a16="http://schemas.microsoft.com/office/drawing/2014/main" id="{092317AC-308C-4EB7-A527-0E835A15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592" y="4828032"/>
            <a:ext cx="64008" cy="640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1" name="Google Shape;791;p14">
            <a:extLst xmlns:a="http://schemas.openxmlformats.org/drawingml/2006/main">
              <a:ext uri="{FF2B5EF4-FFF2-40B4-BE49-F238E27FC236}">
                <a16:creationId xmlns:a16="http://schemas.microsoft.com/office/drawing/2014/main" id="{3486A20D-9102-4AC6-AADB-F93FC2E2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377440"/>
            <a:ext cx="530352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BEC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2" name="Google Shape;792;p14">
            <a:extLst xmlns:a="http://schemas.openxmlformats.org/drawingml/2006/main">
              <a:ext uri="{FF2B5EF4-FFF2-40B4-BE49-F238E27FC236}">
                <a16:creationId xmlns:a16="http://schemas.microsoft.com/office/drawing/2014/main" id="{DB8B0861-A994-44ED-95A6-BAEC79F8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8595360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00"/>
              <a:buFont typeface="Arial"/>
              <a:buNone/>
            </a:pPr>
            <a:r>
              <a:rPr sz="4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3" name="Google Shape;793;p14">
            <a:extLst xmlns:a="http://schemas.openxmlformats.org/drawingml/2006/main">
              <a:ext uri="{FF2B5EF4-FFF2-40B4-BE49-F238E27FC236}">
                <a16:creationId xmlns:a16="http://schemas.microsoft.com/office/drawing/2014/main" id="{98743203-A4C3-4AB8-AC6F-CFC7F12B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6472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sz="2500" b="1" i="0" u="none" strike="noStrike" cap="none">
                <a:solidFill>
                  <a:srgbClr val="7FDDF0"/>
                </a:solidFill>
                <a:latin typeface="Malgun Gothic"/>
                <a:ea typeface="Malgun Gothic"/>
                <a:cs typeface="Malgun Gothic"/>
              </a:rPr>
              <a:t>감사합니다.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4" name="Google Shape;794;p14">
            <a:extLst xmlns:a="http://schemas.openxmlformats.org/drawingml/2006/main">
              <a:ext uri="{FF2B5EF4-FFF2-40B4-BE49-F238E27FC236}">
                <a16:creationId xmlns:a16="http://schemas.microsoft.com/office/drawing/2014/main" id="{BD769339-A3A3-40C6-9F79-D0B11D69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3440"/>
            <a:ext cx="7059168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77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5" name="Google Shape;795;p14">
            <a:extLst xmlns:a="http://schemas.openxmlformats.org/drawingml/2006/main">
              <a:ext uri="{FF2B5EF4-FFF2-40B4-BE49-F238E27FC236}">
                <a16:creationId xmlns:a16="http://schemas.microsoft.com/office/drawing/2014/main" id="{8EBB467A-4D02-4304-831F-58201566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56632"/>
            <a:ext cx="8046720" cy="292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sz="1900" b="0" i="0" u="none" strike="noStrike" cap="none">
                <a:solidFill>
                  <a:srgbClr val="C6D7E5"/>
                </a:solidFill>
                <a:latin typeface="Arial"/>
                <a:ea typeface="Arial"/>
                <a:cs typeface="Arial"/>
              </a:rPr>
              <a:t>이상 탐지부터 근거 기반 조치 권고까지,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6" name="Google Shape;796;p14">
            <a:extLst xmlns:a="http://schemas.openxmlformats.org/drawingml/2006/main">
              <a:ext uri="{FF2B5EF4-FFF2-40B4-BE49-F238E27FC236}">
                <a16:creationId xmlns:a16="http://schemas.microsoft.com/office/drawing/2014/main" id="{75411E81-423A-49A4-9412-84C8B179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13832"/>
            <a:ext cx="8549640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sz="1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Agent가 설비 진단의 다음 행동을 연결합니다.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7" name="Google Shape;797;p14">
            <a:extLst xmlns:a="http://schemas.openxmlformats.org/drawingml/2006/main">
              <a:ext uri="{FF2B5EF4-FFF2-40B4-BE49-F238E27FC236}">
                <a16:creationId xmlns:a16="http://schemas.microsoft.com/office/drawing/2014/main" id="{C6DFE665-3F5B-4DC7-ACB7-8A95E308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1865376"/>
            <a:ext cx="3840480" cy="42976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8" name="Google Shape;798;p14">
            <a:extLst xmlns:a="http://schemas.openxmlformats.org/drawingml/2006/main">
              <a:ext uri="{FF2B5EF4-FFF2-40B4-BE49-F238E27FC236}">
                <a16:creationId xmlns:a16="http://schemas.microsoft.com/office/drawing/2014/main" id="{FA80A14C-5E88-45E7-A85D-9956137C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2760" y="2103120"/>
            <a:ext cx="3291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strike="noStrike" cap="none">
                <a:solidFill>
                  <a:srgbClr val="13354D"/>
                </a:solidFill>
                <a:latin typeface="Malgun Gothic"/>
                <a:ea typeface="Malgun Gothic"/>
                <a:cs typeface="Malgun Gothic"/>
              </a:rPr>
              <a:t>PROGRAM DEMO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99" name="Google Shape;799;p14">
            <a:extLst xmlns:a="http://schemas.openxmlformats.org/drawingml/2006/main">
              <a:ext uri="{FF2B5EF4-FFF2-40B4-BE49-F238E27FC236}">
                <a16:creationId xmlns:a16="http://schemas.microsoft.com/office/drawing/2014/main" id="{05F13A09-EA56-4FE1-8022-1848DB4DC1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92c59d3b9e4d3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927080" y="2596896"/>
            <a:ext cx="2743200" cy="2743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00" name="Google Shape;800;p14">
            <a:extLst xmlns:a="http://schemas.openxmlformats.org/drawingml/2006/main">
              <a:ext uri="{FF2B5EF4-FFF2-40B4-BE49-F238E27FC236}">
                <a16:creationId xmlns:a16="http://schemas.microsoft.com/office/drawing/2014/main" id="{C80D01E4-5F42-43DD-B6F3-C0C8996B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2760" y="550468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sz="1300" b="0" i="0" u="none" strike="noStrike" cap="none">
                <a:solidFill>
                  <a:srgbClr val="39576B"/>
                </a:solidFill>
                <a:latin typeface="Malgun Gothic"/>
                <a:ea typeface="Malgun Gothic"/>
                <a:cs typeface="Malgun Gothic"/>
              </a:rPr>
              <a:t>Scan to explore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1" name="Google Shape;801;p14">
            <a:extLst xmlns:a="http://schemas.openxmlformats.org/drawingml/2006/main">
              <a:ext uri="{FF2B5EF4-FFF2-40B4-BE49-F238E27FC236}">
                <a16:creationId xmlns:a16="http://schemas.microsoft.com/office/drawing/2014/main" id="{C01B0C5E-D3F2-4946-8A53-4DBE8859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6400800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sz="1700" b="0" i="0" u="none" strike="noStrike" cap="none">
                <a:solidFill>
                  <a:srgbClr val="7FDDF0"/>
                </a:solidFill>
                <a:latin typeface="Malgun Gothic"/>
                <a:ea typeface="Malgun Gothic"/>
                <a:cs typeface="Malgun Gothic"/>
              </a:rPr>
              <a:t>factory.aipath.kr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2" name="Google Shape;802;p14">
            <a:extLst xmlns:a="http://schemas.openxmlformats.org/drawingml/2006/main">
              <a:ext uri="{FF2B5EF4-FFF2-40B4-BE49-F238E27FC236}">
                <a16:creationId xmlns:a16="http://schemas.microsoft.com/office/drawing/2014/main" id="{AB60628A-E1A2-4E8B-A83B-7CEB4338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" y="8010144"/>
            <a:ext cx="14017752" cy="118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7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03" name="Google Shape;803;p14">
            <a:extLst xmlns:a="http://schemas.openxmlformats.org/drawingml/2006/main">
              <a:ext uri="{FF2B5EF4-FFF2-40B4-BE49-F238E27FC236}">
                <a16:creationId xmlns:a16="http://schemas.microsoft.com/office/drawing/2014/main" id="{335F29BD-280A-42AB-9667-4DD296A7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0" y="8088782"/>
            <a:ext cx="54864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75" tIns="0" rIns="18275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9FB3C8"/>
                </a:solidFill>
                <a:latin typeface="Malgun Gothic"/>
                <a:ea typeface="Malgun Gothic"/>
                <a:cs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0013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2026-10-19T15:33:48.5140000Z</dcterms:created>
  <dcterms:modified xsi:type="dcterms:W3CDTF">2026-10-19T15:33:48.5140000Z</dcterms:modified>
</coreProperties>
</file>